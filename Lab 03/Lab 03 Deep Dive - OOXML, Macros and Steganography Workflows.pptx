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Companion session for Lab 03 - assumes the main deck was seen. Goal: OOXML reflexes, macro de-obfuscation confidence, and the full worked solution of Challenge A. About 120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parts, ordered: OOXML first because Challenge B needs it, tool packs before the worked case so the commands are already familiar when they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OOXML workflow. The three commands to internalize: unzip -l, unzip -d, xmllint --format. The vanish grep at the bottom is Challenge B's opening move - do not say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Relationships. TargetMode External is the magic string - a document has no business fetching anything from the internet at open time. Remote template injection is the modern phishing primitive; oleid counts these relationships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hiding-techniques table. The pattern to voice: every trick defeats the SCREEN, none defeats the XML. Off-slide content is the pptx-specific one - shapes parked far outside the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olevba anatomy. Walk one block slowly: stream name, module code, then the ANALYSIS table - AutoExec and Suspicious keywords are the triage. The rule: AutoExec plus ByteArray plus Shell means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Obfuscation families. The universal move at the bottom is the sentence to repeat: whatever the obfuscation, the macro must eventually build a string the machine understands - find the decode loop and re-run it OFFLINE in Python. That is exactly how Challenge A part 1 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exiftool pack. Quick quiz: what do -a and -u do? (all duplicates, unknown tags). The GPS arithmetic at the bottom is the same formula from the main deck - consistency builds the reflex. -csv -r is the batch move for whole case folders.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zsteg grammar. Decode 'b1,rgb,lsb,xy' field by field on the board. First hit is usually the real one; file: hits mean structured data. -E exports the plane as an image - useful when the payload is itself a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steghide plus sox. steghide info first, then extract -sf with empty passphrase. The sox one-liner renders spectrograms headless - students on Windows without Audacity can still do Challenge A part 3 in a 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Challenge A part 1 - the docm. Let students shout guesses for the shift before revealing (+10). Repeat the mantra: read the macro, never run it. Flag card is the upstream format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part 2 - the mole. The chain is the lesson: rels file points to the image, exiftool names the artist and the coordinates, steghide pulls the payload (verify on Kali - it does not run on Windows). Name plus location plus payload equals a profile, not a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part 3 - the audio. The flag reveal is instant once the spectrogram renders; the deliverable is the SCREENSHOT plus the tool noted. sox alternative for the script-minded.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 notes. The five mistakes each map to a habit. Interaction: ask for a sixth mistake (good answers: trusting one tool, skipping the hash, unzipping the original in place).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Assign deadlines and submission format. Remind: pre-lab before next session, B-xx / C-xx numbering, hashes before and after. No spoilers on B or C from this point - and that includes the vanish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LAB 03  ·  COMPANION DECK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Dive:</a:t>
            </a:r>
            <a:endParaRPr lang="en-US" sz="4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OOXML, Macros &amp; Steganography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upstream case, solved together — the two new challenges stay yours.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Lab-3  ·  companion to the Lab 03 lecture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7465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OOXML in depth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20939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unzip workflows, the parts that matter, hidden text, external relationships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2679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Macros in depth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302666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olevba output anatomy, auto-run hooks, obfuscation families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6118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packs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3959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exiftool, zsteg plane grammar, steghide, spectrograms with sox/Audacity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5445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5568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upstream case: the docm macro, the mole's photo metadata, the audio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54772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15568" y="58247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(the cover letter) and Challenge C (the harbor photo)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OOXML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Unzip, then read — the full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unzip -l Doc1.docx          # list without extracting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  Name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1291  word/document.xml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590  docProps/core.xml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unzip Doc1.docx -d doc1_x/  &amp;&amp; cd doc1_x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xmllint --format word/document.xml | less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&lt;w:t&gt;Hello World!&lt;/w:t&gt;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-c 'w:t' word/document.xml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-o '&lt;w:vanish/&gt;' word/document.xml | wc -l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vanish = runs Word does NOT display - pure XML gold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habits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first (-l), extract second, to a named folder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xmllint --format makes one-line XML readable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grep answers count questions fast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parts against a clean file you create yourself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OOXML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Relationships — including the ones that phone home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word/_rels/document.xml.rels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&lt;Relationship Id="rId1" Type=".../styles"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Target="styles.xml"/&gt;            # internal part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&lt;Relationship Id="rId9"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Type=".../attachedTemplate"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Target="https://templates.corp-tools-example.com/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normal.dotm"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TargetMode="External"/&gt;         # EXTERNAL!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remote template = code fetched at open time (Moniker)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check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rels file, at every level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TargetMode="External" is the magic string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oleid counts these for you: 'External Relationships'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ask: does a document really need to reach the internet?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OOXML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hides inside the parts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663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Technique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it lives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you find it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Hidden text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&lt;w:vanish/&gt; on runs in document.xml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grep vanish - screen shows nothing, XML shows everything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White-on-white text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color FFFFFF runs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the XML, not the render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Tiny text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sz 2 runs between normal lines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formatted dumps reveal size jumps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Off-slide content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shapes positioned far outside the slide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slide XML coordinates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 &amp; timestamps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docProps/core.xml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 core.xml - creator, created, modified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Editing time &amp; app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docProps/app.xml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TotalTime, Application, Template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MACROS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olevba output like a pro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olevba YearlyBonus.docm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-------------------------------------------------------------------------------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VBA MACRO ThisDocument.cls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file: word/vbaProject.bin - OLE stream: 'VBA/ThisDocument'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- - - - - - - - - - - - - - - - - - - - - - - - - - - - - - -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AutoOpen()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 payload As Variant ...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-------------------------------------------------------------------------------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ANALYSIS: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+------------+----------------+---------------------------------------+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Type       | Keyword        | Description                           |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AutoExec   | AutoOpen       | runs when the document is opened      |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Suspicious | ByteArray      | may decode/execute embedded payload   |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block per VBA module, with its OLE stream name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table flags AutoExec, Suspicious, IOC keywords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Hex/Base64 strings are auto-decoded below the table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 rule: AutoExec + ByteArray + Shell = deep dive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MACROS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Obfuscation families you will meet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84632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Family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Looks like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Unmask it with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Encoded strings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Chr(65)&amp;Chr(66)... / Base64 / Hex blobs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olevba auto-decode; CyberChef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Byte arrays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raw = Array(94, 111, 119...) then decode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small shift/XOR loop in Python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Dead code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hundreds of unused Dim lines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the Auto* subs 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 stacking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payload = a &amp; b &amp; c built piecewise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concatenate by hand or script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VBA stomping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compiled p-code differs from source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olevba warns; use pcodedmp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universal move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148072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however scary the obfuscation, the macro must eventually produce a string the machine understands - find the decode loop and re-run it yourself in Python, offline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PACK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exiftool options worth knowing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Command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exiftool img.jpg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metadata dump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exiftool -a -u img.jpg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tags, including unknown/duplicated ones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exiftool -gps:all -a img.jpg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GPS block only, all instances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exiftool -Artist -Software img.jpg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just the named fields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exiftool -csv -r cases/ &gt; meta.csv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 a whole folder to one CSV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exiftool docm/pptx files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Office props too: Author, Company, dates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Remember: GPS 34 deg 12' 39" N = 34 + 12/60 + 39/3600 = 34.2109 - decimal degrees drop straight into any map.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PACK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zsteg — reading the plane grammar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 , rgb , lsb , xy        .. text: "..."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  |      |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  |      +-- scan order: xy=row-major, YX=column-major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  +--------- bit order: lsb or msb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+--------------- channels: rgb, rgba, r, g, b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+------------------- bit plane: b1 = LSB ... b8 = MSB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zsteg -a harbor.png      # try ALL combinations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zsteg -E b1_rgb_lsb_xy harbor.png  # export the plane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habits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FIRST hit - usually b1,rgb,lsb,xy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file: hits (PNG/OpenPGP) mean structured data in that plane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with a re-saved image: real LSB stego survives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install: gem install zsteg (needs Ruby)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PACK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steghide &amp; spectrogram tooling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steghide info cover.jpg      # does it carry data?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steghide extract -sf cover.jpg -p ""  # empty passphrase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wrote extracted data to "secret.txt".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steghide extract -sf cover.jpg -xf out.bin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spectrograms without the GUI: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sox audio.wav -n spectrogram -o spec.png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sox audio.wav -n spectrogram -x 1600 -o spec.png  # wider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steghide also embeds in BMP and WAV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passphrases: try empty, then hints from metadata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Audacity: track menu -&gt; Spectrogram; zoom to read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brighter pixels = more energy at that frequency/time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A (1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YearlyBonus.docm — the macro's secret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7360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olevba YearlyBonus.docm | less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AutoOpen()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 raw As Variant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raw = Array(94, 111, 119, 44, 32, 121, 111, 117, ...)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 decode and show the secret ...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re-run the loop ourselves (shift +10):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python3 -c "print(bytes((b+10)&amp;0xFF for b in raw))"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Wow, you really know your way around a VBA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challenge. Your flag is below: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49640" y="1783080"/>
            <a:ext cx="3090672" cy="2103120"/>
          </a:xfrm>
          <a:prstGeom prst="roundRect">
            <a:avLst>
              <a:gd name="adj" fmla="val 3913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flag (original format):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0" y="2651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flag{such_m4cr0_much_w0w!}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49640" y="416052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49640" y="4599432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olevba gives the array</a:t>
            </a:r>
            <a:endParaRPr lang="en-US" sz="115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owe the +10 shift</a:t>
            </a:r>
            <a:endParaRPr lang="en-US" sz="115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execute the macro to find out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A (2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Presentation.pptx — unmasking the mole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unzip Presentation.pptx -d ppt_x/ &amp;&amp; cat ppt_x/ppt/slides/_rels/slide1.xml.rels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 embed: rId2 -&gt; ../media/image1.jpg     # the smuggled photo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exiftool -Artist -GPS:all -a ppt_x/ppt/media/image1.jpg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Artist       : Michael Scott            &lt;- name of the source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GPS Position : 34 deg 12' 39.00" N, 118 deg 26' 11.00" W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34.2109, -118.4364  -&gt;  Burbank, Los Angeles, California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steghide extract -sf image1.jpg   # empty passphrase, on Kali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the top secret message carried inside the JPEG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 + location + payload = the mole's full profile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A (3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super_secret_audio.wav — the spectrogram flag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7360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Audacity: open -&gt; track menu -&gt; Spectrogram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render headless: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sox super_secret_audio.wav -n spectrogram -o spec.png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eog spec.png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bright shapes across the mid frequencies spell: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flag{h1dd3n_1n_th3_n01s3}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 the ear it is just noise; to the eye it is a banner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1783080"/>
            <a:ext cx="3090672" cy="2103120"/>
          </a:xfrm>
          <a:prstGeom prst="roundRect">
            <a:avLst>
              <a:gd name="adj" fmla="val 3913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flag (original format):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0" y="2651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flag{h1dd3n_1n_th3_n01s3}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49640" y="416052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49640" y="4599432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working paper needs the screenshot</a:t>
            </a:r>
            <a:endParaRPr lang="en-US" sz="115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the tool and the view used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mistakes, proven habits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Mistake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Habit instead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Opening the original file in Office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unzip a copy; read the XML - zero execution risk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Clicking 'Enable Content' to 'see the macro'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olevba reads the code; you never need to run 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Trusting metadata as proof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metadata is evidence, not verdict - it can be spoofed; corroborate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Stopping at the first zsteg line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scan the whole output; false planes are normal noise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Forgetting the audio channel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when images are clean, listen - and look at the spectrogram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fresh artifacts. Same discipline.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2267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4.2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2651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cover_letter.docx: a job application that looks perfectly innocent on screen. Take it apart as a ZIP - the XML, the properties, and the relationships each tell a different story.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35021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4.3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54480" y="3886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harbor_photo.png: a stock photo whose metadata says 'nothing here'. Run the plane grammar over it and recover the smuggling note and the flag.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47365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5120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first; staged hints in section 4; evidence numbering B-xx / C-xx; hashes before and after.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 Deep Dive - OOXML, Macros and Steganography Workflows</dc:title>
  <dc:subject>PptxGenJS Presentation</dc:subject>
  <dc:creator>Stefanus Eko Prasetyo</dc:creator>
  <cp:lastModifiedBy>Stefanus Eko Prasetyo</cp:lastModifiedBy>
  <cp:revision>1</cp:revision>
  <dcterms:created xsi:type="dcterms:W3CDTF">2026-09-28T12:04:11Z</dcterms:created>
  <dcterms:modified xsi:type="dcterms:W3CDTF">2026-09-28T12:04:11Z</dcterms:modified>
</cp:coreProperties>
</file>