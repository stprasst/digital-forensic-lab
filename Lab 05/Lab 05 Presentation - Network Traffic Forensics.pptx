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Lab 05. The premise: disks can be wiped, but a captured packet is a verbatim recording. This lab continues the Lab 04 breach with the same attacker - now seen from the wire. Students leave able to orient in a capture, read streams, export files, and decode a covert channel. Distribute the working paper BEFORE the session. Budget about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stops. Contract: Challenge A (the upstream breach capture) is solved together in the Deep Dive; B and C are solo and graded. Poll: who has opened Wireshark before, and who has ever captured their own traffic?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 slide. Ask: 'what could an investigator learn from 60 seconds of YOUR traffic?' Collect answers, then map them onto the four cards - who/what/said-what/when. Note the Lab 04 continuity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Refresher. Do not read the whole table - quiz the class on FTP/SSH/HTTP/MySQL ports, then point at the punchline in the paragraph: unexpected high ports are instant suspicion. 4444 and 5555 return all session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Capture mechanics. Live demo if possible: start a capture, browse one HTTP site, stop. Emphasize discipline: work on copies, hash before and after, and captures are confidential - they contain everyone's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panes. The right-click habit is the teaching point: any field in the details pane can become a filter with one click. Demo it on a User-Agent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hierarchy - the orientation screen. The numbers on screen are from the actual challenge capture. Ask the class: what would you FILTER first, based on this hierarchy? (FTP - it dominates suspiciously.)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Display filters. Type a few live; show autocomplete and the status bar count. Stress: filtering never deletes - the capture stays intact for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Details and bytes. The packet on screen is the actual RCE POST (#2674). Walk the layers top-down, then show the same bytes in the hex pane - what you see there is literally what crossed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killer feature. This IS the exam skill: Follow TCP Stream. The stream on screen is the actual batman login. Red vs blue = who said what; the stream number is the citation format for the working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Export Objects. One click recovers files that crossed HTTP - the roster on screen is Challenge B's target, so do not reveal more. Hash every exported file: it is evidence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 table - screenshot material. Each row maps to a filter or a shape. Ask the class to propose filters for rows 1, 3, and 4 before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Covert channels. The rule to voice: know what NORMAL looks like, then hunt for payloads that are not normal. The '#' example is a hint toward Challenge C without solving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Toolbox. capinfos is the intake report; tshark is Wireshark scripted. The Deep Dive goes deep on tshark one-liners.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the upstream capture, ten questions, two flags, solved in the Deep Dive. B: a small intranet capture - streams and exports. C: 112 packets of ICMP where the payloads are not padding. Flags ctf{xxxx}; A keeps upstream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discipline: this lab's rule is 'no stream, no answer' - every claim cites a packet or stream number. Show Appendix B's model exhibit. Note the confidentiality point: payloads contain live credentials - treat them as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revealing. The four lines: orient first; streams are transcripts; plaintext confesses; odd ports hide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clone the repo, run capinfos on all four captures for next session. Preview Lab 06 (disk imaging, FTK, $MFT): from the wire to the disk. Collect working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Traffic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Packets  ·  protocols  ·  streams  ·  covert channels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1605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43068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3068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43068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454456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tshark -r challenge.pcapng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-Y 'tcp.port==5555'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 packets - something odd here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wire remembers everything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Lab-5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Networking refresher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addresses, protocols, and ports - the coordinates of every conversation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Capturing traffic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and tcpdump; pcap vs pcapng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core skills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hierarchy, display filters, packet details and bytes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and exports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TCP Stream and Export Objects - where evidence surfaces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patterns on the wire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force, plaintext credentials, reverse shells, covert channels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breach capture + two new challenges + documentation rules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network never forgets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Disks can be wiped and logs cleared, but a captured packet is a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verbatim recording of a conversation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headers, payloads, timing, everything. This lab continues the Lab 04 breach: the same attacker, seen this time from the wire.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and where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and destination IPs identify the talkers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8803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30632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34472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and ports reveal the service - and the oddities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Said what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payloads carry commands, credentials, and files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6634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56248" y="5047488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microsecond timestamps build the sequence of events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IP, protocol, port - the coordinates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743200"/>
                <a:gridCol w="34107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FTP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SSH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Telnet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SMB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SMTP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RDP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3389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MySQL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DHCP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67/68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ICMP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 (no ports)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conversation = (source IP : port) to (destination IP : port) over a protocol. Memorize the common ports: unexpected ports (4444, 5555) are instant suspicion, and known ports carry the services you can read in plaintext - FTP, HTTP, Telnet.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 the wire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capture with Wireshark: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wireshark            # pick interface, click the fin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headless with tcpdump: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tcpdump -i eth0 -w capture.pcap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capture file formats: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.pcap   classic libpcap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.pcapng pcap next generation (default in Wireshark)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Wireshark opens both transparently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discipline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interface + times; captures carry timezones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immediately; work on COPIES of evidence captures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the capture before and after analysis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full-packet captures include payloads - treat them as confidential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·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panes, one question at a time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use it to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Packet list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line per packet: number, time, src, dst, protocol, info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scan, sort, and spot anomalies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Packet details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protocol layers of the selected packet, decoded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drill into headers field by field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Packet bytes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raw hexdump with ASCII rendering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 EXACTLY what traveled, byte by byte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habit: right-click any field in the details pane - Apply as Filter and Follow -&gt; Stream turn a field into a query instantly.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·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hierarchy - orient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 -&gt; Protocol Hierarchy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       2938  100%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Ethernet    2938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IPv4       2938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TCP       2898   98.6%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     78     TLS 45   MySQL 42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ICMP           40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questions to ask: expected mix? unknown ports? TLS to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odd hosts? 2500 FTP packets = one very busy session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hierarchy 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 summarizes the whole capture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percentages point you to the bulk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unexpected protocols surface immediately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filter - never scroll 3,000 packets blind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·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filters - the query language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82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protocol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    ftp    icmp    dns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service/port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tcp.port == 21    tcp.port == 5555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talker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ip.addr == 192.168.0.106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attempts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ftp.request.command == "PASS"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 &amp;&amp; ip.addr == 10.1.1.77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transfers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tcp.len &gt; 500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Autocomplete as you type; the status bar shows how many packets survived. Filter != deletion - everything is still there.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 ·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and bytes - reading one packet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Frame 2674: 386 bytes on wire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Ethernet II, Src 02:00:00:00:01:77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Internet Protocol Version 4, Src: 192.168.0.106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Transmission Control Protocol, Src Port: 48106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Hypertext Transfer Protocol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 /command.php HTTP/1.1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cmd=bash+-i+%3E%26 ... (URL-encoded!)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bytes pane shows the same data as hex+ASCII;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you see there is what crossed the wire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layers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one layer at a time - top to bottom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layer answers one question (who? how? what?)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bytes pane = ground truth for payloads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values with right-click - no retyping hex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KILLER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TCP Stream - the whole conversation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right-click a packet -&gt; Follow -&gt; TCP Stream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(vsFTPd 3.0.5)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ftp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331 Please specify the password.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batman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Login successful.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direction red, one blue - who said what.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numbers organize the capture into chats.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streams win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reassembles both directions in order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plaintext protocols read like a chat log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stream number becomes your citation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for HTTP, FTP, Telnet - and odd ports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KILLER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Objects - files that crossed the wire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-&gt; Export Objects -&gt; HTTP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     Content-Type   Size   Packets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  text/html      720    12-18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roster.txt    text/plain    487    40-46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As... writes the recovered file to disk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hash it - it is evidence now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works for SMB, FTP-DATA, DICOM...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reassembles chunked transfers for you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with streams: which page linked the file?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exported malware = handle carefully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attacks look like in a capture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 signature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Brute force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many short streams to one port; repeated USER/PASS, 530 responses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 leak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plaintext logins (FTP/HTTP/Telnet) readable in Follow Stream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exploitation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payloads with encoded commands; odd parameters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Reverse shell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odd high port (4444); one side types commands, other echoes output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theft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outbound transfers; file exports; unexpected TLS to file hosts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Covert channel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pings with non-standard payloads; hex/base64 where ASCII should be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Covert channels - hiding inside the normal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covert channel smuggles data through traffic that looks legitimate: pings, DNS queries, even timing.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 is normal; the payload is not.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949440" cy="3566160"/>
          </a:xfrm>
          <a:prstGeom prst="roundRect">
            <a:avLst>
              <a:gd name="adj" fmla="val 2308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437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8437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28437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7889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3081528"/>
            <a:ext cx="6446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ICMP echo should carry abcdefg... padding: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(32 bytes): ab cd ef 12 34 ...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covert one carries something else: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(33 bytes): 23 59 47 56 73 6a ...  ('#YGVsj...')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reassemble request payloads in order, then decode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Hunting rule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3273552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what NORMAL looks like first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payload patterns across packets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vs replies: who initiates?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numbers define the order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traffic-analysis toolbox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Wireshark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analysis: hierarchy, filters, streams, exports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same power scripted: -Y filters, -z statistics, -T fields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tcpdump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lightweight capture and quick inspection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capinfos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capture metadata: times, counts, hashes - your intake report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Follow TCP Stream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reassemble conversations - the evidence transcript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Export Objects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 transferred files without manual reassembly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breach capture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files/challenge.pcapng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2,938 packets, one attacker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questions, 2 flags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FTP, shell, root, backdoor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together in the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office_hours.pcap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files/office_hours.pcap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quiet intranet capture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login that eventually works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file worth exporting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token inside is encoded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&amp; exports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ping_puzzle.pcap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files/ping_puzzle.pcap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 packets of pure ICMP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host keeps pinging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payloads are not padding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reassemble, then decode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covert channel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(Challenge A keeps the upstream flag format)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1.4 of the working paper, before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on copies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the pcap; hash the original before and after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packet numbers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name the packet number, stream number, or filter used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the stream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= the followed stream, not a paraphrase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payloads as live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malware URLs and keys in captures are secrets - do not leak them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[B-04] 2026-10-19 09:12  Wireshark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Follow TCP Stream #3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batman -&gt; 230 Login successful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evidence/B-04_ftp_stream3.png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44805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6451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stream, no answer.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02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cites a packet or stream number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 before you scroll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hierarchy and conversations summarize thousands of packets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are the transcript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TCP Stream turns a capture into readable conversations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Plaintext protocols confess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FTP, HTTP, Telnet carry credentials in the clear - always check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Odd ports hide stories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4444 and 5555: reverse shells and covert channels live there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 to the wire.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498080" cy="1920240"/>
          </a:xfrm>
          <a:prstGeom prst="roundRect">
            <a:avLst>
              <a:gd name="adj" fmla="val 42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438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438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438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383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https://github.com/stprasst/digital-forensic-lab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digital-forensic-lab/Lab\ 05/files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*.pcap*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capture.pcapng  challenge.pcapng  office_hours.pcap  ping_puzzle.pcap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05 - Network Traffic Forensics</dc:title>
  <dc:subject>PptxGenJS Presentation</dc:subject>
  <dc:creator>Stefanus Eko Prasetyo</dc:creator>
  <cp:lastModifiedBy>Stefanus Eko Prasetyo</cp:lastModifiedBy>
  <cp:revision>1</cp:revision>
  <dcterms:created xsi:type="dcterms:W3CDTF">2026-09-28T13:01:04Z</dcterms:created>
  <dcterms:modified xsi:type="dcterms:W3CDTF">2026-09-28T13:01:04Z</dcterms:modified>
</cp:coreProperties>
</file>