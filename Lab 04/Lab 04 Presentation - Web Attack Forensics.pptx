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Lab 04. The premise: a web attack is never silent - the server, the app, and the firewall each write their own account, and the investigator's job is to line them up. Students leave able to triage an access log, read a WAF audit transaction, and rebuild a breach timeline. Distribute the working paper BEFORE the session so pre-lab 1.4 is done. Budget about 90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stops. Contract: Challenge A (the upstream breach case) is solved together in the Deep Dive; Challenges B and C are solo and graded. Poll: who has read a web server log before, outside of this course?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Framing slide. Ask: 'when you visit a page, what does the server write down about you?' Collect answers, then map them onto the three-log table. The punchline is in the paragraph: one event, three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lab app. Loud and early: this app is deliberately broken - build it in Docker, localhost only, kill it after. The four pages map one-to-one onto the three attack classes (view.php/images.php traversal, command.php RCE, users.php SQLi).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access.log anatomy. Walk the nine fields on the example line - it is a REAL line from the case, traversal included. Drill: which field answers 'did it work?' (status AND size together).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error.log. Two greps tell the story: 'Permission denied' (the OS stopped /etc/shadow) and 'SQLi' (the WAF's warnings duplicated). PHP warnings even name the file and line - free code-path intel.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audit log - the star witness. Letters A to Z; spend a beat on C (request body: where POSTed commands live) and E (response body: proof the attack worked). Everything shares one transaction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CRS rule IDs. Do not memorize all - memorize the families: 920 protocol, 930 file/traversal, 932 RCE, 942 SQLi, 980 the verdict. Read the 980130 example aloud: one line, full attack profile (LFI=35, RCE=5).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Attack class 1: traversal. The ladder on screen is from the case - same URI, growing depth, then the size jump at depth four. Contrast %2F-encoded and plain forms: same payload, two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Attack class 2: RCE. The hook: access.log shows only 'POST /command.php 200' - the payload is invisible until you open the audit C-section. The commands on screen are the actual ones from the case; the E-section even returns whoami's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Attack class 3: SQLi. The boolean pair is the teaching moment: 1=1 returns data, 1=2 returns none - the difference IS the proof of injection. UNION SELECT escalates from testing to extraction; sqlmap's UA confesses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Decoding discipline. The double-decode example is exactly Challenge B's finale - say so, but do not solve it. Mantra for the board: decode until the string stops changing.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slide. The five steps ARE the working method for the challenges. Walk the three awk one-liners live if you can; the size-ranking one finds both dumps in one command.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Toolbox. Everything ships with Kali. Emphasize the pipeline pattern (awk + sort + uniq -c) over individual tools - it is Lab 01's pipeline lesson paying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challenges. A: the upstream breach, ten questions, solved in the Deep Dive. B: 1,488 lines of shop traffic, one bad actor, a goodbye query to decode twice. C: four audit transactions, one carries gold, and a question about why nothing was blocked. Flags ctf{xxxx}; A keeps upstream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discipline: this lab's rule is 'no line, no answer' - every claim must quote the log file and line or rule ID. Show Appendix B's model exhibit; note the hash form covers the extracted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Recap by asking the class to produce each takeaway before revealing. The four lines: three logs one event; POST bodies live in the WAF; sizes and codes tell outcomes; decode until it stops changing.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Close: clone the repo, extract logs.zip. Preview Lab 05 (network traffic - Wireshark): the same attacker story continues on the wire. Collect working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657600" cy="3657600"/>
          </a:xfrm>
          <a:prstGeom prst="ellipse">
            <a:avLst/>
          </a:prstGeom>
          <a:solidFill>
            <a:srgbClr val="1230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MODULE 04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Attack</a:t>
            </a:r>
            <a:endParaRPr lang="en-US" sz="5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access logs  ·  ModSecurity audits  ·  breach timelines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955280" y="4160520"/>
            <a:ext cx="3657600" cy="1783080"/>
          </a:xfrm>
          <a:prstGeom prst="roundRect">
            <a:avLst>
              <a:gd name="adj" fmla="val 4615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0" y="430682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9" name="Shape 7"/>
          <p:cNvSpPr/>
          <p:nvPr/>
        </p:nvSpPr>
        <p:spPr>
          <a:xfrm>
            <a:off x="8357616" y="430682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430682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11312" y="4544568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 error.log | grep SQLi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ModSecurity: Warning. detected SQLi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libinjection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[id "942100"] ... CRITICAL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Lab-4  ·  hands-on session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04 · 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web server as witness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Apache records about every request it serves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 environment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deliberately vulnerable Docker app - and why we isolate 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log files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access.log, error.log, and the ModSecurity audit trail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883664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attack classes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1762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traversal, remote command execution, SQL injection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364992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payloads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encoding, double encoding, and base64 in queries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402336" cy="402336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Challenges &amp; working paper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breach case + two new challenges + documentation rules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leaves three records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web attack is not silent. The server, the application, and the firewall each write their own account of the same event - </a:t>
            </a:r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job is to line them up</a:t>
            </a:r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 file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Written by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Records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access.log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Apache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line per request: IP, time, method, URI, status, size, user agent, referer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error.log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Apache + PHP + ModSecurity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errors, permission failures, WAF warnings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modsec_audit.log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ModSecurity (WAF)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transactions: request AND response bodies, matched rules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under /var/log/apache2/ on the server (or inside the Docker container: docker exec -it &lt;id&gt; bash).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vulnerable app - on purpose, in Docker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https://github.com/stprasst/digital-forensic-lab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digital-forensic-lab/Lab\ 4/files/app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build -t app:latest 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run -p 9090:80 app:latest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browse http://127.0.0.1:9090/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 -q        # container id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18c7468edbe7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exec -it 18c7468edbe7 bash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root@18c7468edbe7:/# cd /var/log/apache2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pages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images.php + view.php - image viewer (path traversal)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command.php - runs what you type (RCE)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users.php - user search (SQL injection)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deploy or expose this app - it is a crime scene, not a product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access.log — one line, nine fields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965960"/>
          </a:xfrm>
          <a:prstGeom prst="roundRect">
            <a:avLst>
              <a:gd name="adj" fmla="val 41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192.168.0.106 - - [16/Feb/2023:01:35:27 +0500] "GET /view.php?image=../../../../etc/passwd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HTTP/1.1" 200 650 "-" "Mozilla/5.0 (X11; Ubuntu; Linux x86_64; rv:102.0)"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IP      -  user [time +zone] "METHOD URI PROTO" status size "referer" "agent"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82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Forensic value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IP + timestamp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who, and exactly when (mind the timezone)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+ URI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they asked for - payloads usually live right 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+ size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with a big size = the attack WORKED; 404s = scanning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agent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fingerprint - or a tool announcing itself (sqlmap, dirb)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error.log — where failures confess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 error.log | grep "Permission denied"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Warning: file_get_contents(images/../../../..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/etc/shadow): Failed to open stream: Permission denied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/var/www/html/view.php on line 10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 error.log | grep SQLi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ModSecurity: Warning. detected SQLi using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libinjection with fingerprint 's&amp;1c'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[id "942100"] [severity "CRITICAL"]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error.log gives you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warnings expose the failing code path (file + line)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 denied = the attack was TRIED and the OS stopped it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ModSecurity duplicates its warnings here - grep-able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 for triage; the audit log has the full detail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modsec_audit.log — the full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--412fc70c-A--   # header: time, IPs, ports, unique id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--412fc70c-B--   # request headers (browser, cookies)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--412fc70c-C--   # request BODY (POST data - commands!)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--412fc70c-F--   # response headers (final status)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--412fc70c-E--   # response BODY (what the server sent back)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--412fc70c-H--   # audit trailer: matched rules, scores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--412fc70c-Z--   # end of transaction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 and E are the gold: inputs AND outputs, verbatim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 transaction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share one transaction id (412fc70c here)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+ C = what the attacker sent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= what the server answered - did it work?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= which CRS rules fired and the anomaly score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CRS — the rule IDs that matter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7068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 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920350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protocol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 header is a numeric IP address (WARNING only)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930100 / 930110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LFI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 traversal pattern in the raw / decoded URI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930120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LFI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OS file access attempt (etc/passwd, etc/shadow)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932150 / 932160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Unix command injection / shell code found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942100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injection detected via libinjection fingerprint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980130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correlation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Inbound anomaly score exceeded - the attack summary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980130 line adds up the whole transaction: 'Total Inbound Score: 43 - SQLI=0, XSS=0, RFI=0, LFI=35, RCE=5' - a ready-made verdict.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traversal — climbing out of the root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ladder an attacker walks up: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/view.php?image=../etc/passwd          200 (202)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/view.php?image=../../etc/passwd       200 (202)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/view.php?image=../../../etc/passwd    200 (203)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/view.php?image=../../../../etc/passwd 200 (650)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encoded variant in access.log: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/images.php?file=..%2F..%2F..%2Fetc%2Fpasswd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WAF: [id 930100] Path Traversal Attack (/../)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URIs differing only in ../ depth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jump = the file actually opened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%2F is just / URL-encoded - always decode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is the impact; LFI would also execute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command execution — the shell behind the 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access.log hides the payload (POST):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/command.php HTTP/1.1" 200 1143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modsec_audit.log C-section shows it: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cmd=whoami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cmd=ls+-la+/          # spots database.sql!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cmd=cat+%2Fdatabase.sql     # full user table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cmd=cat+%2Fimportant_note.txt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E-section returns the output; server runs as www-data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POSTs to one endpoint with growing sizes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C-section: cmd=, ;, |, backticks, base64 blobs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E-section mirrors command output (file listings)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error.log: 'Permission denied' = OS held the line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 — asking the database questions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172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probe pair (does it filter?):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user2' and 1=1 #     -&gt; normal results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user2' and 1=2 #     -&gt; results vanish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dump: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union select username, password from users #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automated: the user agent confesses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"sqlmap/1.6.11#stable (https://sqlmap.org)"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WAF: 942100 libinjection fingerprint 's&amp;1c'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920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359152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quotes + SQL keywords in parameters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true/false probe pairs = blind SQLi testing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UNION SELECT = data extraction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UAs (sqlmap) and random probe args (HOvh)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the payload — sometimes twice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layer: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..%2F..%2Fetc%2Fpasswd   -&gt;   ../../etc/passwd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%27+OR+1%3D1--          -&gt;   ' OR 1=1--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two layers (evade naive filters):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ctf%257Bd0ubl3%257D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1st decode -&gt;  ctf%7Bd0ubl3%7D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2nd decode -&gt;  ctf{d0ubl3}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python3 -c "import urllib.parse as u;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print(u.unquote_plus(u.unquote_plus(S)))"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rules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%XX = one byte; + or %20 = space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until it stops changing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base64 may hide underneath (Q1 of the case!)</a:t>
            </a:r>
            <a:endParaRPr lang="en-US" sz="1350" dirty="0"/>
          </a:p>
          <a:p>
            <a:pPr algn="l" marL="152400" indent="-152400">
              <a:lnSpc>
                <a:spcPct val="114000"/>
              </a:lnSpc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CyberChef: URL decode twice, then Magic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Rebuilding the breach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80136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IPs and endpoints (awk + sort + uniq -c)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64261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anomalies: 404 bursts, size jumps, odd UAs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8386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audit log at the interesting timestamps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32511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every payload fully (URL, base64, char())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19379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166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 the three logs into one story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1828800"/>
            <a:ext cx="5120640" cy="3931920"/>
          </a:xfrm>
          <a:prstGeom prst="roundRect">
            <a:avLst>
              <a:gd name="adj" fmla="val 2093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197510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94576" y="197510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2" name="Shape 20"/>
          <p:cNvSpPr/>
          <p:nvPr/>
        </p:nvSpPr>
        <p:spPr>
          <a:xfrm>
            <a:off x="7114032" y="197510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920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48272" y="2212848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 is noisy?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'{print $1}' access.log | sort | uniq -c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 sort -rn | head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38 192.168.0.106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status codes: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'{print $9}' access.log | sort | uniq -c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biggest responses: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awk '{print $10}' access.log | sort -rn | head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log-triage toolbox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70683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/ pattern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awk '{print $1,$9}'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project IP and status columns from access.log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 | uniq -c | sort -rn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frequency ranking - IPs, URIs, status codes, agents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grep -E 'pattern1|pattern2'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multi-signature search across all three logs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docker exec -it &lt;id&gt; bash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shell inside the container to reach /var/log/apache2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python3 + urllib.parse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 decoding (unquote_plus), base64, char() sequences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CyberChef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decode chains when you don't want to script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challenges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breach case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files/logs.zip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requests, one attacker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attack classes, 10 questions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secret note and a taunt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solved together in the Deep Dive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original lab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1396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7428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new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7428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traffic_shop.log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67428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files/traffic_shop.log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7428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1,488 lines of shop traffic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scanner, a probe pair, a dump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goodbye query hiding a flag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it - more than once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7428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access.log triage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1783080"/>
            <a:ext cx="3566160" cy="3931920"/>
          </a:xfrm>
          <a:prstGeom prst="roundRect">
            <a:avLst>
              <a:gd name="adj" fmla="val 2564"/>
            </a:avLst>
          </a:prstGeom>
          <a:solidFill>
            <a:srgbClr val="EDF3F5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30184" y="20116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new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23865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waf_alert.log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30184" y="278892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files/waf_alert.log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30184" y="3355848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audit transactions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sections A to Z, one carries gold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WAF watched everything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▸"/>
            </a:pPr>
            <a:r>
              <a:rPr lang="en-US" sz="12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did nothing get blocked?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0184" y="525780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deep read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format:  </a:t>
            </a:r>
            <a:pPr indent="0" marL="0">
              <a:buNone/>
            </a:pPr>
            <a:r>
              <a:rPr lang="en-US" sz="1400" dirty="0">
                <a:solidFill>
                  <a:srgbClr val="162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ctf{xxxx}</a:t>
            </a:r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(Challenge A keeps the upstream flag format)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 &amp; evidence rules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574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1.4 of the working paper, before the session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7860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on copies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8986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unzip logs.zip to your working directory - never edit in place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419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container isolated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73989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 app is deliberately vulnerable: localhost only, kill it after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6110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your evidence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8114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and outputs get B-01, B-02, C-01 in the evidence log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 line-level evidence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4223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name the log file and quote the exact line or rule ID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60920" y="1920240"/>
            <a:ext cx="4251960" cy="2286000"/>
          </a:xfrm>
          <a:prstGeom prst="roundRect">
            <a:avLst>
              <a:gd name="adj" fmla="val 3600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43800" y="20665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26" name="Shape 24"/>
          <p:cNvSpPr/>
          <p:nvPr/>
        </p:nvSpPr>
        <p:spPr>
          <a:xfrm>
            <a:off x="7763256" y="20665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82712" y="20665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6952" y="23042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evidence log entry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[B-06] 2026-10-14 08:05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grep dirb traffic_shop.log | wc -l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65   # scanner burst found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attacker used dirb/2.22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4480560"/>
            <a:ext cx="4251960" cy="1234440"/>
          </a:xfrm>
          <a:prstGeom prst="roundRect">
            <a:avLst>
              <a:gd name="adj" fmla="val 6667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46451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line, no answer.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635240" y="510235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6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claim must trace to a quoted log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167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00200" y="13533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logs, one event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60020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access.log shows the request, error.log the failure, modsec_audit the full transcript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2374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256032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bodies live in the WAF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002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access.log hides form payloads - section C is where commands surface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307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376732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Sizes and codes tell outcomes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600200" y="4169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200 with a huge byte count means the dump worked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49743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Decode until it stops changing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00200" y="53766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once, URL twice, base64, char() - payloads hide in layers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logs. Rebuild the story.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91840"/>
            <a:ext cx="7498080" cy="1920240"/>
          </a:xfrm>
          <a:prstGeom prst="roundRect">
            <a:avLst>
              <a:gd name="adj" fmla="val 4286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343814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343814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343814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383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root@dfir:/var/log/apache2#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675888"/>
            <a:ext cx="6995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https://github.com/stprasst/digital-forensic-lab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digital-forensic-lab/Lab\ 04/files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logs.zip  traffic_shop.log  waf_alert.log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  images/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 </a:t>
            </a:r>
            <a:pPr indent="0" marL="0"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Lab-4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04 - Web Attack Forensics</dc:title>
  <dc:subject>PptxGenJS Presentation</dc:subject>
  <dc:creator>Stefanus Eko Prasetyo</dc:creator>
  <cp:lastModifiedBy>Stefanus Eko Prasetyo</cp:lastModifiedBy>
  <cp:revision>1</cp:revision>
  <dcterms:created xsi:type="dcterms:W3CDTF">2026-09-28T12:38:35Z</dcterms:created>
  <dcterms:modified xsi:type="dcterms:W3CDTF">2026-09-28T12:38:35Z</dcterms:modified>
</cp:coreProperties>
</file>