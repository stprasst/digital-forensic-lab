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Companion session for Lab 02 - assumes the main deck was seen. Goal: registry reflexes, SQL basics, and the full worked solution of Challenge A. About 120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parts. Parts are ordered: registry first because B needs it, SQLite because C needs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Hive anatomy. Two per user: NTUSER.DAT plus UsrClass.DAT. The .LOG1/.LOG2 transaction-log recovery is the pro move - a value deleted from the hive can sometimes be recovered from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Hot-spot reference card. Do not read rows; tell students to screenshot it. The StartupApproved row is the subtle one - it tells you whether a Run entry is even ENABLED.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reg.exe pack. LOUD WARNING: reg.exe reads the LIVE registry - for an offline hive (like the lab's NTUSER.DAT) they must use Registry Explorer. This distinction is a classic exam trap.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UserAssist ROT13. Run the decode live. Repeat the mantra: obfuscation, not encryption - it proves EXECUTION, which presence on disk never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Persistence patterns - the four smells. Interaction: ask the class to invent a FIFTH smell (good answers: scheduled task strings, WMI subscriptions, odd file associations in HKCR).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SQLite hands-on moment: have everyone open places.sqlite and run the LIKE query themselves before advancing. Strings use single quotes; statements end with a semicolon.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Aggregates plus PRTime. Quiz: convert 13434416546000000 on paper (answer: 2026-09-20 22:22:26 UTC - it is the paste.example visit, planted on purpose).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storytelling query - a JOIN between visits and places. Walk ONE row through the pipeline slowly; this exact query solves half of Challenge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Get-WinEvent vs wevtutil. FilterHashtable is the fast server-side filter; the classic syntax wins on old boxes. Mention exporting to CSV for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LECmd and firefox_decrypt runs. Note the pairing requirement again (key4.db + logins.json from the same profile). LECmd's --csv flag feeds the report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Worked Challenge A part 1 - the registry trio. Let students shout guesses before each reveal. The 'Malware' value name is a gift; say so, and contrast with Challenge B's masquerading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Worked part 2 - Firefox. The lesson inside the lesson: visit_count lied (all 1s) and domain grouping found the truth. That exact reasoning is analysis question Q6.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Worked part 3 - the evtx story and the upstream flag reveal. After this slide, remind them: B and C are solo from here, and you will give no hints.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Assign deadlines and submission format. Remind: pre-lab before next session, B-xx numbering, hashes before and after. No spoilers on B or C from this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023360" cy="4023360"/>
          </a:xfrm>
          <a:prstGeom prst="ellipse">
            <a:avLst/>
          </a:prstGeom>
          <a:solidFill>
            <a:srgbClr val="1432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FORENSICS LABORATORY  ·  LAB 02  ·  COMPANION DECK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Dive:</a:t>
            </a:r>
            <a:endParaRPr lang="en-US" sz="4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Registry, SQLite &amp; Event Logs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upstream case, solved together — the two new challenges stay yours.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58978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Stefanus Eko Prasetyo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Lab-2  ·  companion to the Lab 02 lecture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cover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01368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5568" y="174650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in depth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209397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hive anatomy, forensic hot spots, UserAssist ROT13, .reg exports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34056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2679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crash course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5568" y="302666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SELECT, WHERE, ORDER BY, COUNT - querying browser history like a pro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66744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48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36118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Windows tool pack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15568" y="39593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reg.exe, wevtutil, Get-WinEvent, firefox_decrypt, LECmd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99432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454456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examples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15568" y="4892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upstream case: NTUSER.DAT, Firefox, and the PowerShell log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532120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513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" y="54772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turn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15568" y="582472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B (the exported hive) and Challenge C (the history hunt)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· 1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Anatomy of a hive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4399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Concept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Meaning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Hive file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on-disk database: NTUSER.DAT, UsrClass.DAT, SAM, SYSTEM, SOFTWARE, SECURITY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Key / subkey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node in the tree - like a folder path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 = data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named entry inside a key - like a file; types REG_SZ, REG_DWORD, REG_BINARY, REG_QWORD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Transaction logs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NTUSER.DAT.LOG1 / .LOG2 - undo data; can recover recent changes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Path grammar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root\subkey\subkey\ValueName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92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hives per user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5330952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NTUSER.DAT - the main hive: Software, Environment, most Explorer settings</a:t>
            </a:r>
            <a:endParaRPr lang="en-US" sz="125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UsrClass.DAT (under AppData\Local\Packages) - per-package state, shell bags</a:t>
            </a:r>
            <a:endParaRPr lang="en-US" sz="125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hive that will not mount may still yield keys via its .LOG1/.LOG2 or the Registry Explorer transaction view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· 2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Forensic hot spots under HKCU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840480"/>
                <a:gridCol w="35935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Path (abbreviated)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Records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Watch out for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...\CurrentVersion\Run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logon autostart (user scope)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names that mimic Microsoft products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HKLM ...\Run + RunOnce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machine-wide autostart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compare both scopes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...\Explorer\StartupApproved\Run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which Run entries are enabled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disabled entry = recent change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...\Explorer\TypedPaths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paths typed in Explorer (MRU)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url1 is the MOST RECENT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...\Explorer\UserAssist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GUI executions + counts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 names are ROT13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...\Explorer\MountPoints2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mounted volumes incl. USB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 survives wiping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...\Explorer\RecentDocs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recently used documents (MRU)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binary values; use a parser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· 3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Querying hives from the console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C:\Tools&gt;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172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reg query "HKCU\Software\Microsoft\Windows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\CurrentVersion\Run"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Malware    REG_SZ    C:\Users\w\Desktop\malware.exe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reg query HKCU\...\TypedPaths /v url1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url1    REG_SZ    C:\Windows\System32\calc.exe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reg export HKCU\...\Run run_backup.reg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.reg exports are plain text - grep-able with Lab 01 skills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Select-String -Path suspect.reg -Pattern "Run"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reg.exe essentials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2359152"/>
            <a:ext cx="3977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 query &lt;key&gt; - list subkeys and values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 query &lt;key&gt; /v Name - one value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 query &lt;key&gt; /s - recurse everything below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 export / reg import - snapshots and text form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OFFLINE hives use Registry Explorer instead - reg.exe reads the LIVE registry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· 4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UserAssist — executions, ROT13-flavored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C:\Tools&gt;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172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reg query HKCU\...\UserAssist\{CEBFF5CD...}\Count /s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HRZR_PUERNQ ...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HRZR_HACFVQR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ROT13 decode (powershell one-liner):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'HRZR_HACFVQR' | % {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-join ($_ | % {[char](([int]$_ - 65 + 13) % 26 + 65)})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UEME_BACKGROUNDM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decoded UEME_RUNPATH entries = executed programs + run counts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UserAssist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2359152"/>
            <a:ext cx="3977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names hide program paths in ROT13 - obfuscation, NOT encryption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UEME_RUNPATHC:... = program path; run count and focus time in the binary data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GUI-launched programs only (not cmd.exe scripts)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counts prove USE, not mere presence on disk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· 5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Recognizing persistence on sight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931920"/>
                <a:gridCol w="42336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Pattern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Looks like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Why suspicious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Masquerading name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WindowsDefenderUpdate, SecurityHealth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mimics Microsoft naming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Interpreter + encoded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powershell -enc &lt;base64&gt;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hidden payload, no readable command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Odd user-writable path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C:\Users\w\Desktop\malware.exe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autostart should live in Program Files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Enabled-but-fresh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StartupApproved entry recently toggled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autostart = new persistence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34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Habit to build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4873752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every case: enumerate Run + RunOnce (HKCU and HKLM), then StartupApproved for each entry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three questions: is the name real? is the path sane? is the command readable?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·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and WHERE — asking the database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sqlite3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sqlite3 places.sqlite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sqlite&gt; .tables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moz_places  moz_historyvisits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sqlite&gt; SELECT url, visit_count FROM moz_places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...&gt; WHERE url LIKE '%github%';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https://www.github.com/|16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sqlite&gt; SELECT url FROM moz_places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...&gt; WHERE url LIKE '%paste%';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https://paste.example/raw/ab12cd34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pattern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2359152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columns FROM table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filters rows (LIKE '%x%' = contains x)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strings use single quotes; statements end with ;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 Browser gives the same power with clicks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·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BY, COUNT, and the strange timestamps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sqlite3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sqlite&gt; SELECT url, visit_count FROM moz_places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...&gt; ORDER BY visit_count DESC LIMIT 5;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sqlite&gt; SELECT place_id, visit_date FROM moz_historyvisits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...&gt; ORDER BY visit_date DESC LIMIT 3;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PRTime = microseconds since 1601-01-01 (Firefox epoch)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unix = PRtime / 1_000_000 - 11644473600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sqlite&gt; SELECT datetime(visit_date/1000000,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...&gt; 'unixepoch') FROM moz_historyvisits LIMIT 1;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2359152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COUNT(*), GROUP BY - frequency tables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BY x DESC LIMIT n - top-N lists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 matches visits to their places by id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convert PRTime before reading times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·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Rebuilding an evening from history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sqlite3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105887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sqlite&gt; SELECT datetime(v.visit_date/1000000,'unixepoch') AS t,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...&gt;        p.url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...&gt; FROM moz_historyvisits v JOIN moz_places p ON p.id = v.place_id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...&gt; ORDER BY v.visit_date DESC LIMIT 8;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2026-09-20 22:47:09 | forum.example.net/thread/8812?page=4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2026-09-20 22:38:02 | files.example/drop/setup_v2.exe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2026-09-20 22:33:41 | google.com/search?q=how+to+remove+...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2026-09-20 22:26:14 | paste.example/raw/ab12cd34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searches -&gt; forum -&gt; paste -&gt; download: intent becomes timeline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PACK ·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log querying from the console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C:\Tools&gt;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last 20 events of a channel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Get-WinEvent -LogName 'Windows PowerShell/Operational'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-MaxEvents 20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only Event ID 4104, newest first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Get-WinEvent -FilterHashtable @{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LogName='Windows PowerShell/Operational'; Id=4104 }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classic exe: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wevtutil qe Security /q:"*[System[(EventID=4625)]]" /c:10 /rd:true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638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Choosing the tool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2359152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Viewer - exploring, one log at a time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Get-WinEvent - modern, filterable, pipelineable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wevtutil - the classic, terse, everywhere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FilterHashtable is the fast one (server-side filter)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PACK ·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LECmd and firefox_decrypt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C:\Tools&gt;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105887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.\LECmd.exe -f .\passwd.lnk --csv . --csvf lnk.csv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dumps target path, timestamps, machine ID, MAC to CSV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git clone https://github.com/unode/firefox_decrypt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python firefox_decrypt.py .\s6upyldt.default-release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Website:   https://www.reddit.com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Username: 'hackerman'   Password: 'sup3rs3cur3p4ssw0rd'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needs key4.db + logins.json from the SAME profile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· CHALLENGE A (1 OF 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NTUSER.DAT — three answers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C:\Tools&gt;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105887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Panel\Mouse  -&gt;  DoubleClickSpeed = 500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...\Explorer\TypedPaths  -&gt;  url1 = C:\Windows\System32\calc.exe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url1 = the MOST RECENT path typed into Explorer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...\CurrentVersion\Run  -&gt;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OneDrive = "...\OneDrive.exe" /background        (legit)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Malware  = C:\Users\w\Desktop\malware.exe        (persistence!)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value named Malware is a gift; real intruders pick nicer names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· CHALLENGE A (2 OF 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Firefox — history and saved logins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C:\Tools&gt;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105887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sqlite&gt; -- top domain by URL count: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sqlite&gt; SELECT host, COUNT(*) c FROM (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...&gt;   SELECT substr(url, instr(url,'//')+2),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...&gt;          substr(...,1,instr(...||'/','/')-1) AS host FROM moz_places)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...&gt; GROUP BY host ORDER BY c DESC LIMIT 3;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www.amazon.com | 10      &lt;- most visited site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www.mozilla.org | 5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python firefox_decrypt.py &lt;profile&gt;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Website: https://www.reddit.com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Username: 'hackerman'    Password: 'sup3rs3cur3p4ssw0rd'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· CHALLENGE A (3 OF 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PowerShell log — full story, one flag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8638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C:\Tools&gt;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7360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4104 blocks in order: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New-Item ...\ScriptBlockLogging -Force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Set-ItemProperty EnableScriptBlockLogging = 1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Invoke-WebRequest ... file.ps1 -OutFile file.ps1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.\file.ps1   (then again, twice)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.\file.ps1   &lt;- execution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file.ps1 decodes base64 -&gt;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 flag{evcnt_l0gs_f0r_th3_w1n} as the answer"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549640" y="1783080"/>
            <a:ext cx="3090672" cy="2377440"/>
          </a:xfrm>
          <a:prstGeom prst="roundRect">
            <a:avLst>
              <a:gd name="adj" fmla="val 3462"/>
            </a:avLst>
          </a:prstGeom>
          <a:solidFill>
            <a:srgbClr val="134B56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78240" y="1965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Upstream flag (original format):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78240" y="26517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flag{evcnt_l0gs_f0r_th3_w1n}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549640" y="443484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Narrative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49640" y="4873752"/>
            <a:ext cx="3090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logging enabled, payload pulled, cleaned up, re-pulled, executed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TURN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fresh artifacts. Same discipline.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54480" y="22677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B — 4.2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554480" y="26517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suspect_ntuser.reg: one Run value hides in plain sight among legitimate ones. Decode the encoded command, un-ROT13 the UserAssist trail, and identify the mounted USB device.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350215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C — 4.3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54480" y="3886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places.sqlite: 310 rows of history with one suspicious evening. Rank the domains, rebuild the timeline, and decode the search that should never have been made.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554480" y="47365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paper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54480" y="51206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pre-lab first; staged hints in section 4; evidence numbering B-xx; hashes before and after.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Stefanus Eko Prasetyo  ·  Digital Forensics Laboratory  ·  Lab-2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02 Deep Dive - Registry, SQLite and Event Log Workflows</dc:title>
  <dc:subject>PptxGenJS Presentation</dc:subject>
  <dc:creator>Stefanus Eko Prasetyo</dc:creator>
  <cp:lastModifiedBy>Stefanus Eko Prasetyo</cp:lastModifiedBy>
  <cp:revision>1</cp:revision>
  <dcterms:created xsi:type="dcterms:W3CDTF">2026-09-28T11:33:04Z</dcterms:created>
  <dcterms:modified xsi:type="dcterms:W3CDTF">2026-09-28T11:33:04Z</dcterms:modified>
</cp:coreProperties>
</file>