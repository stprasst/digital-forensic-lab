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Companion session for Lab 07 - assumes the main deck was seen. Goal: the exact command per hiding place, correlation fluency, and Challenge A's method demonstrated end to end. About 120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parts: the four hiding places first (the case's map), then correlation, then the challenge-A command card, then skills slides for B and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Hiding place 1: clipboard. One command, one answer. Note the [S]/[V] legend (stable vs volatile formats) and the teaching point: whatever was copied LAST is still resident.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Hiding place 2: search history. iehistory for IE-cache URLs; the strings sweep for any browser. Remind them queries can be URL-encoded - Lab 04's decode lesson returns. The outputs on slides 3-6 are ILLUSTRATIVE - say so explicitly so nobody submits demo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Hiding place 3: envars. The filter greps the interesting names; the owner PID matters - a flag-shaped variable in notepad.exe is a user, in svchost.exe is a story. Illustrative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Hiding place 4: executed commands. consoles (typed + output) vs cmdscan (typed only) - run both; the echo'd token pattern is exactly what the upstream case uses. Illustrative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correlation drill - a fictional five-step incident. Walk it once as a story: tree flags, cmdline explains, netscan confirms, consoles convicts. This IS the writeup template for Challenge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Challenge A's command card. Be transparent with the class: the dump is external, the demo outputs were illustrative, and the four flags come from running these exact commands on the real download - which they will do, citing plugin + line. Honesty about method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Skills for Challenge B - the generic export-reading recipe. Add the caveat card: exports can be stale or partial; the header's acquisition time frames everything; corroborate across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Skills for Challenge C - both strings modes, classify artifacts, decode every layer. The tricks card lists exactly the decoy families they will meet (without saying which is which).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 notes. The -el row is the one they will actually hit in C. The citation row closes the series' evidence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series retrospective - one intrusion across four evidence layers. Read each line, let it land. This slide feeds the working paper's final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Assign deadlines and submission format. Remind: plugin + PID citations, hashes, and no spoilers on B or C - especially not the -el twist or the echo line. Then close the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LAB 07  ·  COMPANION DECK  ·  SERIES FINALE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Dive: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&amp; the Four Hiding Places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case's method, demonstrated together — the two new challenges stay yours.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Lab-7  ·  companion to the Lab 07 lecture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7465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hiding places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20939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clipboard, search history, environment, command line - the case's map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679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workflows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30266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commands per hiding place, with reading guides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611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drill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959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fictional incident walked end to end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5445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in two encodings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safety net under every plugin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4772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5568" y="58247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(the triage export) and Challenge C (the strings blob)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PLACE ·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clipboard  (illustrative output)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python2 vol.py -f leader.mem --profile Win7SP1x64 clipboard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Legend: [S] = Stable, [V] = Volatile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       Handle  Type       Data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 ------  ---------  --------------------------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0xfffff900..  0x201   CF_TEXT    flag{d3m0_cl1pb0ard}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users copy passwords, notes, and secrets all day;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whatever was LAST on the clipboard is still in RAM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PLACE ·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search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browser URLs from memory: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iehistory | grep -i search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.../query?q=how+to+contact+the+courier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the raw sweep (any browser):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-el leader.mem | grep 'query?q='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.../query?q=flag%7B...%7D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URL-encoded braces - decode once (Lab 04!)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tips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queries reveal intent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iehistory covers IE cache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browsers: strings sweep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may be URL-encoded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PLACE ·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environment variable  (illustrative output)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envars | grep -iE 'flag|token|secret|key'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  Process       Variable          Value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  -----------   ----------------  ------------------------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1816  taskhost.exe  COR_ENABLE_       1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2904  notepad.exe   MYFLAG            flag{d3m0_3nv_v4r}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legitimate vars are boring - filter for the interesting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names, then check WHICH process owns the block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PLACE ·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executed command  (illustrative output)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consoles   # full history: prompt + output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C:\Users\leader&gt; echo staging phase complete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C:\Users\leader&gt; echo final token: flag{d3m0_c0ns0l3}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cmdscan    # just the commands, all consoles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2023-04-02 14:58:12 &gt; run_hidden.bat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cmdscan = what was typed; consoles = typed + shown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DRILL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incident, four plugins, one story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315200"/>
                <a:gridCol w="2953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Plugin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ivkui.exe PID 3472 - odd name, late start, under explorer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pstree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lives in AppData\Roaming - user-space persistence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cmdline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spawns powershell -enc &lt;base64&gt; - decode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cmdline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ESTABLISHED to 45.9.148.23:4444 from PID 3596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netscan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console history names the handover token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consoles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plugin tells the story - the story is the join across them. That join is what your Challenge B writeup must show.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case - your command card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 download the dump (link in the lab README)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python2 vol.py -f leader.mem imageinfo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1-4. one command per hiding place: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clipboard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envars   | grep -iE 'flag|token'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consoles # and cmdscan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iehistory | grep -i search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+ strings -el for the raw safety 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Honesty note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dump lives on Google Drive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instructor verifies the 4 flag values with these exact commands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method above IS the graded answer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citations: plugin + output 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 SOON ·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 triage export - the generic recipe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pslist: scan names, PPIDs, start times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pstree: find the odd child under a normal parent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cmdline: where does it live? what did it spawn?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-enc? base64 -d and read it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netscan: match PIDs to foreign endpoints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consoles: the human typed something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caveats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 can be stale or partial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the acquisition timestamp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corroborate across ALL sections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is your section navigator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 SOON ·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hunting - the generic recipe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mem_strings.bin | less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-el mem_strings.bin | less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sweep BOTH; classify what you find: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URLs, env-looking VAR=..., command lines,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base64 blobs, and 'almost-flags'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decode each layer before judging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 the tricks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UTF-16 hides from plain strings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ROT13 looks like noise until it isn't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base64 blobs decode to words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artifact is the real 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mistakes, proven habits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611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Mistake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 instead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Running plugins without imageinfo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 first - wrong map, wrong world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Reading pslist names only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correlate PPID, start time, cmdline, and netscan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Skipping -el on strings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text is UTF-16LE - sweep both encodings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Stopping at the first flag-like string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decode every layer; decoys are planted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Pasting flags without citations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plugin + PID + line, or it didn't happen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CLOSED - THE FULL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40280" y="138988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logs: 192.168.0.106 breaches the app via traversal, RCE, SQLi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2374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05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40280" y="2596896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wire: batman, a reverse shell on 4444, root, a 5555 backdoor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7307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06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40280" y="3803904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disk: the USB stick, its ghost entry, forged timestamps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07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40280" y="501091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memory: the live machine - processes, sockets, and secrets at rest in RAM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40280" y="59436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intrusion, four evidence layers - that is digital forensics.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 - THE FINAL LAB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artifacts. Everything you've learned.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2267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4.2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triage_output.txt: a Volatility export from an imaging-fault case. Find the process that does not belong, decode what its child downloaded, name the C2 endpoints, and read what the user typed at the end.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3502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4.3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3886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mem_strings.bin: a raw blob with four artifact types inside - but only one true flag, and it will not show itself to plain ASCII strings. Use every decoder from the series.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first; staged hints in section 4; cite plugin + PID (or strings mode) for every claim; hash the artifacts.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Lab-7 · end of series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 Deep Dive - Volatility Workflows and the Four Hiding Places</dc:title>
  <dc:subject>PptxGenJS Presentation</dc:subject>
  <dc:creator>Stefanus Eko Prasetyo</dc:creator>
  <cp:lastModifiedBy>Stefanus Eko Prasetyo</cp:lastModifiedBy>
  <cp:revision>1</cp:revision>
  <dcterms:created xsi:type="dcterms:W3CDTF">2026-09-28T13:45:08Z</dcterms:created>
  <dcterms:modified xsi:type="dcterms:W3CDTF">2026-09-28T13:45:08Z</dcterms:modified>
</cp:coreProperties>
</file>