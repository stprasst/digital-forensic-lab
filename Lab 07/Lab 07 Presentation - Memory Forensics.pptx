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to Lab 07 - the series finale. The premise: a memory dump is a snapshot of a machine while it was ALIVE. Processes, sockets, clipboard, typed commands - evidence that dies at power-off. Same attacker, last layer. Distribute the working paper BEFORE the session, and tell students to START THE DUMP DOWNLOAD EARLY (Challenge A is a Google Drive file). Budget about 90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stops. Contract: Challenge A (upstream, 4 flags on the external dump) is solved together in the Deep Dive; B and C are solo. Poll: who has ever looked at anything from RAM on purpose?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Framing slide. Ask: 'what dies when you pull the power cord?' Collect answers, then map onto the four cards. Emphasize the contrast with Labs 5-6: disk is cold and historical, memory is hot and momentary.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Acquisition. DumpIt is the lab's tool (README has the download); FTK Imager and Redline are the alternatives; hiberfil.sys is the offline fallback - a nice callback to Lab 06's system files. Drill the order-of-operations line: memory first, then disk, then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Volatility basics. imageinfo FIRST - the profile is the memory map, and the wrong map reads the same bytes as garbage. Note Volatility 3 auto-detects; version 2 asks. The numbers on screen are from the README's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pslist and pstree. The tree on screen previews Challenge B's shape (do not solve it): odd name, normal parent, late start. Drill the triad: name, parent, start time. Mention psscan for hidden processes - the unlinking-rootkit story earns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netscan. The highlighted row previews the correlation move: netscan PID -&gt; pslist name -&gt; pstree parent. Sockets persist in the dump even after close (CLOSE_WAIT) - the wire's memory outlives the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cmdline and envars. Two payload-hunting plugins: the full invocation (image path reveals user-space persistence like AppData) and the process's environment (odd variables stand out). -enc gets its full treatment in the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human-layer plugins - and exactly the upstream case's four hiding places. Say it explicitly: clipboard, search, env, command. This slide is Challenge A's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Strings, both encodings. The -el flag is the exam-grade detail: Windows text is wide, plain strings is blind to half the dump. This is also Challenge C's core lesson - foreshadow without spoiling.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Fileless context. The punchline sentence: nothing on disk ever existed to find. Connect back to Lab 04's web attack (powershell payloads) - memory is where those attacks actually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correlation loop - the method slide. Six steps, and the navy card holds the citation rule: every finding names its plugin + PID. This is the working paper's evidence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Toolbox. Note the practice resources (MemLabs, the book) for students who catch the memory bug. Volatility 3 mention future-proofs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challenges. A: the external dump, 4 flags, 4 hiding places, solved in the Deep Dive - download NOW. B: a triage export where correlation convicts. C: a strings blob where encodings decide everything. Flag formats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discipline: 'no plugin, no answer' - every claim cites plugin + PID. Hash the dump at receipt. The model exhibit shows a netscan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series arc. Pause here: four labs, one attacker, and today closes the case. Ask the class to name one artifact per lab from memory before advancing - it primes the retrospective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by asking the class to produce each takeaway before revealing. The four lines: volatile evidence; profile is the map; correlation beats plugins; strings speaks two encodings.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Close: clone the repo, start the dump download, and congratulate the class - seven labs, one case closed from four evidence layers. Collect working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206240" cy="420624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MODULE 07  ·  FINALE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5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Forensics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 as evidence  ·  Volatility  ·  processes, connections, secrets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55280" y="416052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38160" y="430682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9" name="Shape 7"/>
          <p:cNvSpPr/>
          <p:nvPr/>
        </p:nvSpPr>
        <p:spPr>
          <a:xfrm>
            <a:off x="8357616" y="430682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Shape 8"/>
          <p:cNvSpPr/>
          <p:nvPr/>
        </p:nvSpPr>
        <p:spPr>
          <a:xfrm>
            <a:off x="8577072" y="430682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0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11312" y="454456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python2 vol.py -f dump.mem imageinfo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 Profile(s) : Win7SP1x64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date and time : 2023-04-02 15:04 UTC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machine still remembers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Lab-7  ·  hands-on session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07 · 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memory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RAM preserves that disks never see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Acquiring memory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DumpIt, FTK Imager, Redline - and hiberfil.sys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Volatility basics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profiles, imageinfo, and the plugin model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plugins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pslist, pstree, netscan, envars, cmdline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Hunting secrets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clipboard, command history, strings - the four hiding places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working paper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ransomware-gang case + two new challenges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 is the crime scene in motion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memory dump is a snapshot of the machine </a:t>
            </a:r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it was alive</a:t>
            </a:r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running processes, network connections, clipboard, typed commands, even encryption keys. Disk artifacts tell you what persisted; memory tells you what was happening.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30632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34472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was running, who spawned whom, who is hiding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8803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30632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6248" y="34472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connections and listeners - the C2 breadcrumb trail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6634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in use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50474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clipboard, passwords, keys - data decrypted for the moment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4805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46634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Volatility itself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56248" y="50474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that vanishes at power-off - acquire first or lose it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Catching RAM before it vanishes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399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is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DumpIt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one-click command-line dumper for Windows (this lab's tool)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FTK Imager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Lab 06 tool - also acquires memory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Redline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FireEye's memory acquisition + analysis agent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hiberfil.sys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offline fallback: compressed RAM image from the last boot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of operations in incident response: memory first, then disk, then logs - every minute of uptime changes what RAM still holds.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VOLATILITY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the framework - and find its profile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python2 vol.py -f sample.mem imageinfo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 Profile(s) : Win7SP1x64, Win7SP0x64,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Win2008R2SP1x64, ...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DTB : 0x187000L    KDBG : 0xf8000283d0a0L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date and time : 2023-04-02 15:04:02 UTC+0000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suggestion is usually right: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python2 vol.py -f sample.mem --profile Win7SP1x64 pslist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profile = OS + arch + SP = the memory map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profiles matter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 has no filesystem - just structures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profile tells Volatility where they live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profile = garbage or nothing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Volatility 3 auto-detects; version 2 asks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VOLATILITY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pslist and pstree - who was alive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0xfffffa8003228a10:explorer.exe   2212  1804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0xfffffa8003714f20:firefox.exe  3108  2212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0xfffffa8003938e40:ivkui.exe    3472  2212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 0xfffffa80039d1f50:powershell  3596  3472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reading the tree: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odd name? unusual parent? late start time?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explorer &gt; weird.exe &gt; powershell = classic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dropper pattern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compare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vs its parent's expectations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time vs user's session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pslist vs psscan (hidden processes)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path from cmdline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VOLATILITY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netscan - the wire, remembered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Offset(P)   Proto  Local Address        Foreign Address    State        Pid   Owner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  ------  -------------------  -----------------  -----------  ----  ----------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0xa34d90    TCPv4   0.0.0.0:49154        0.0.0.0:0          LISTENING    960   svchost.exe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0xb12f40    TCPv4   192.168.0.52:49188  93.184.216.34:80   CLOSE_WAIT   3108  firefox.exe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0xd01e70    TCPv4   192.168.0.52:49217  45.9.148.23:4444   ESTABLISHED  3596  powershell.exe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cross-reference: netscan PID -&gt; pslist name -&gt; pstree parent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connection outlives the moment: sockets persist in the dump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cmdline and envars - how it was launched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vol.py ... cmdline -p 3472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ivkui.exe: C:\Users\mira\AppData\Roaming\ivkui.exe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AppData\Roaming as an exe home = user-space persistence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vol.py ... envars | grep -i token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3596 powershell  APPTOKEN  xK9...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malware stashes config where envs live;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legit vars are boring - odd ones stand out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these two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cmdline gives the full invocation, not just the name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encoded arguments (-enc) demand decoding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envars expose per-process config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survive because RAM keeps them warm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clipboard, consoles, cmdscan - the human layer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Plugin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Recovers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clipboard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whatever the user copied - CF_TEXT and formats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consoles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console history (the visible prompt + output)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cmdscan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just the typed commands, all processes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iehistory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 URLs and cached search queries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63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four are exactly where the upstream case hides its flags: copied, searched, exported as a variable, typed as a command.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- the safety net under the plugins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strings -el dump.mem | grep -i flag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ctf{...}   # -el = UTF-16LE, how Windows stores text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strings dump.mem | grep -Eo 'https?://[^ ]+' | sort -u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ASCII sweep for URLs and tokens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plugins miss it - carved areas, damaged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structures, unknown profile - strings still talks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Encodings in 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ASCII: one byte per char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UTF-16LE: two bytes, null-padded - strings -el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 strings are the Windows default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grep both, trust neither alone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memory is the only crime scene for fileless attacks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Fileless malware lives in RAM: a powershell -enc payload, a rogue DLL injected into a legit process -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on disk ever existed to find.</a:t>
            </a:r>
            <a:endParaRPr lang="en-US" sz="1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624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Disk artifacts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Memory artifacts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files, MFT records, timestamps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processes, parents, command lines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registry hives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sockets and listeners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logs (if not wiped)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clipboard, consoles, envs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cold and historical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hot and momentary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correlation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556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imageinfo - identify the profile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054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pslist / pstree - spot the odd process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552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cmdline - see how it launched, where it lives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005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netscan - find its connections (match PIDs)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754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consoles / cmdscan / envars / clipboard - the human layer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55046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(both encodings) - verify and sweep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778240" y="2103120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0684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finding cites its plugin + PID.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006840" y="3657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correlation is the analysis; plugins are just the senses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memory toolbox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683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DumpIt / FTK Imager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acquire the memory dump (.raw/.mem/.vmem)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Volatility 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plugin framework (python2) - this lab's engine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Volatility 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modern rewrite - auto profile detection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strings (-el)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raw sweep, both encodings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MemLabs / Art of Memory Forensics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practice dumps and the reference book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challenges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leader's dump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Drive (see README)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7, Volatility 2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flags, 4 hiding places: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 / search / env / command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solved together in the Deep Dive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original lab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1396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7428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new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7428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triage_output.txt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7428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files/triage_output.txt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67428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 Volatility export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process is not like the others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correlate tree, cmdline, sockets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console history talks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7428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correlation hunt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4152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new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mem_strings.bin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0184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files/mem_strings.bin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0184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raw strings-hunt blob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artifact types inside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ASCII, UTF-16, base64, ROT13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01 skills, final form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30184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hunt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format:  </a:t>
            </a:r>
            <a:pPr indent="0" marL="0">
              <a:buNone/>
            </a:pPr>
            <a:r>
              <a:rPr lang="en-US" sz="140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ctf{xxxx}</a:t>
            </a:r>
            <a:pPr indent="0" marL="0">
              <a:buNone/>
            </a:pPr>
            <a:r>
              <a:rPr lang="en-US" sz="14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(Challenge A keeps the upstream flag{xxxx} format)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 &amp; evidence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1.4 of the working paper, before the session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786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the dump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8986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images are evidence - hash at receipt and after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198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 plugin + PID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398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names the plugin and the process it came from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6110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tool 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5811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plugin table, not a retyped summary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 fully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422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-enc base64, UTF-16, URL encoding - show the chain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60920" y="1920240"/>
            <a:ext cx="4251960" cy="2286000"/>
          </a:xfrm>
          <a:prstGeom prst="roundRect">
            <a:avLst>
              <a:gd name="adj" fmla="val 3600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20665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3256" y="20665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Shape 25"/>
          <p:cNvSpPr/>
          <p:nvPr/>
        </p:nvSpPr>
        <p:spPr>
          <a:xfrm>
            <a:off x="7982712" y="20665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0116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16952" y="23042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evidence log entry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[B-02] 2026-11-03 11:20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vol.py ... netscan | findstr 3472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45.9.148.23:8080  ivkui.exe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evidence/B-02_netscan_ivkui.png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60920" y="4480560"/>
            <a:ext cx="4251960" cy="1234440"/>
          </a:xfrm>
          <a:prstGeom prst="roundRect">
            <a:avLst>
              <a:gd name="adj" fmla="val 6667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46451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plugin, no answer.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35240" y="51023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finding cites the plugin and PID behind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SERIES AT A GLANCE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1673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148840" y="135331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foundations: CLI, hashes, Windows artifacts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48840" y="175564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03-04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48840" y="25603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documents, macros, stego - and the web attack logs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48840" y="296265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373075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05-06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48840" y="376732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wire and the disk: packets, images, MFT records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48840" y="416966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48840" y="4974336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memory: the live machine - one attacker, four labs, closed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48840" y="537667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48840" y="576072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artifact from Labs 4-7 belonged to the same intrusion. Today closes the case.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167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13533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is volatile evidence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600200" y="1755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acquire first - power-off destroys the scene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5603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profile is the map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00200" y="29626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imageinfo before everything; wrong map, wrong world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307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37673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Correlation beats any plugin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00200" y="41696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+ cmdline + sockets + history = the story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49743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speak two encodings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ASCII and UTF-16LE - sweep both or miss half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machine remembers. Now you do too.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7498080" cy="1920240"/>
          </a:xfrm>
          <a:prstGeom prst="roundRect">
            <a:avLst>
              <a:gd name="adj" fmla="val 4286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34381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34381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34381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3832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root@dfir:~/lab07#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675888"/>
            <a:ext cx="6995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https://github.com/stprasst/digital-forensic-lab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digital-forensic-lab/Lab\ 07/files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triage_output.txt  mem_strings.bin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Challenge A: download the dump (link in README)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 </a:t>
            </a:r>
            <a:pPr indent="0" marL="0"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Lab-7 · series complete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07 - Memory Forensics</dc:title>
  <dc:subject>PptxGenJS Presentation</dc:subject>
  <dc:creator>Stefanus Eko Prasetyo</dc:creator>
  <cp:lastModifiedBy>Stefanus Eko Prasetyo</cp:lastModifiedBy>
  <cp:revision>1</cp:revision>
  <dcterms:created xsi:type="dcterms:W3CDTF">2026-09-28T13:44:50Z</dcterms:created>
  <dcterms:modified xsi:type="dcterms:W3CDTF">2026-09-28T13:44:50Z</dcterms:modified>
</cp:coreProperties>
</file>