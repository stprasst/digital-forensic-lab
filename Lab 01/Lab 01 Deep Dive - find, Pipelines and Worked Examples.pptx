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212080"/>
            <a:ext cx="3474720" cy="347472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LAB 01  ·  COMPANION DECK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Dive:</a:t>
            </a:r>
            <a:endParaRPr lang="en-US" sz="4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find, Pipelines &amp; Worked Examples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up to Challenge A, solved together — Challenge B and C stay yours.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6583680" cy="1645920"/>
          </a:xfrm>
          <a:prstGeom prst="roundRect">
            <a:avLst>
              <a:gd name="adj" fmla="val 50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45811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45811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45811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45262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4818888"/>
            <a:ext cx="6080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"small tools, connected, beat one big tool"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tools, connected, beat one big tool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0" y="5897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Lab-1  ·  companion to the Lab 01 lecture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cover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in depth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combining conditions with -o, time filters (-mmin vs -mtime), exact dates with -newermt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pipelines 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9443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| really does, and the classic forensic pipelines, stage by stage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5204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forensic option pack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858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options that matter for every command in this lab — ls, cat, strings, grep, find, hashing, xxd, hexedit, ps, netstat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47731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guided drills 3.A-3.E and Challenge A, fully solved on screen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3153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3492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56875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(the lying header) and Challenge C (the log hunt) — no spoilers here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Combining conditions — AND by default, -o for 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files/images -name "*.jpg" -o -name "*.png"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files/images/hero.jpg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files/images/logo.png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-o = OR: show files matching EITHER condition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. -name "*.jpg" -mtime -30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-o -&gt; conditions are AND-ed: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 .jpg that ALSO changed in the last 30 days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GOTCHA: -o binds looser than actions.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. -name "*.jpg" -o -name "*.png" -print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^ prints ONLY the png branch! group instead: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. \( -name "*.jpg" -o -name "*.png" \) -print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of thumb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conditions with no -o are silently AND-ed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-o shows a file if ANY branch matches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moment you add -print, -exec, or -delete: wrap the OR in \( \)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 complex find with -print BEFORE wiring in -delete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filters — -mmin in minutes, -mtime in 24-hour blocks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/home -mmin -30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/home/analyst/notes.txt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changed LESS than 30 minutes ago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/var/log -mtime -1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changed within the last 24 hours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/case -mmin +60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last change OLDER than 60 minutes ago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-mtime counts FULL 24h blocks, fractions dropped: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-mtime 0  = 0..24 h ago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-mtime 1  = 24..48 h ago   (not "yesterday"!)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-mtime +7 = older than 8 x 24 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Signs and units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-n  = within the last n units (younger)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  = exactly the n-th window back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+n  = older than n units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 precision needs -mmin: 15 days = -mmin -21600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relatives: -amin/-atime (access), -cmin/-ctime (metadata)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dates — -newermt and a range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modified ON 15 September 2026 (whole day):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 -newermt "2026-09-15 00:00:00" \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    ! -newermt "2026-09-16 00:00:00"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modified between 1 and 15 September: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/case -newermt "2026-09-01" ! -newermt "2026-09-16"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files NEWER than an evidence file you seized: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 -newer seized_usb.dd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it right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-newermt "date" = mtime on/after that moment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 -newermt "date" = mtime at or before it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together they bracket an exact window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careful: filesystem times can be forged (timestomping) — the serious timeline comes from $MFT in Lab 06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| really does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 connects two commands: everything the left command writes to standard output becomes the standard input of the right one. Each tool stays small — the power is in the connection.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8072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server.log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3192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48 lines out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22192" y="299008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89120" y="260604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8072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grep "Failed password"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33192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only matching lines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62672" y="299008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229600" y="260604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28072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wc -l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58200" y="33192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counts what survived: 22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48970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18" name="Shape 16"/>
          <p:cNvSpPr/>
          <p:nvPr/>
        </p:nvSpPr>
        <p:spPr>
          <a:xfrm>
            <a:off x="950976" y="448970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0432" y="448970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43484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4727448"/>
            <a:ext cx="10588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server.log | grep "Failed password" | wc -l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result as grep -c — the pipe just makes every tool reusable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pipelines you will use every week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count lines that matter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"Failed password" server.log | wc -l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rank client IPs by request count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'{print $1}' access_big.log | sort | uniq -c | sort -rn | head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196 45.9.148.23      &lt;- there is our attacker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8127 10.0.1.4      (top normal client for contrast)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readable text out of a binary, filtered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-n 6 update.bin | grep -E "http|config"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how many images did we collect?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files/images \( -name "*.jpg" -o -name "*.png" \) | wc -l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— ranking IPs, stage by stage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130552"/>
            <a:ext cx="329184" cy="329184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" y="2569464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4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'{print $1}'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4944" y="3227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only field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" y="363016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45.9.148.23 - - [...]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78608" y="2880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3464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2130552"/>
            <a:ext cx="329184" cy="329184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2999232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80944" y="2569464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4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80944" y="3227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equal lines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80944" y="363016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 IP list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2880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12064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85232" y="2130552"/>
            <a:ext cx="329184" cy="329184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0" name="Text 18"/>
          <p:cNvSpPr/>
          <p:nvPr/>
        </p:nvSpPr>
        <p:spPr>
          <a:xfrm>
            <a:off x="5285232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66944" y="2569464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4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 -c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66944" y="3227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duplicates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66944" y="363016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196 45.9.148.23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50608" y="2880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40664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71232" y="2130552"/>
            <a:ext cx="329184" cy="329184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7" name="Text 25"/>
          <p:cNvSpPr/>
          <p:nvPr/>
        </p:nvSpPr>
        <p:spPr>
          <a:xfrm>
            <a:off x="7571232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52944" y="2569464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4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-rn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52944" y="3227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biggest first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52944" y="363016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of the list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36608" y="2880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69264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57232" y="2130552"/>
            <a:ext cx="329184" cy="329184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34" name="Text 32"/>
          <p:cNvSpPr/>
          <p:nvPr/>
        </p:nvSpPr>
        <p:spPr>
          <a:xfrm>
            <a:off x="9857232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38944" y="2569464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4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838944" y="3227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10 lines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838944" y="363016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winners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11091672" cy="1463040"/>
          </a:xfrm>
          <a:prstGeom prst="roundRect">
            <a:avLst>
              <a:gd name="adj" fmla="val 5625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1520" y="471830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40" name="Shape 38"/>
          <p:cNvSpPr/>
          <p:nvPr/>
        </p:nvSpPr>
        <p:spPr>
          <a:xfrm>
            <a:off x="950976" y="471830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1" name="Shape 39"/>
          <p:cNvSpPr/>
          <p:nvPr/>
        </p:nvSpPr>
        <p:spPr>
          <a:xfrm>
            <a:off x="1170432" y="471830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42" name="Text 40"/>
          <p:cNvSpPr/>
          <p:nvPr/>
        </p:nvSpPr>
        <p:spPr>
          <a:xfrm>
            <a:off x="1463040" y="466344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" y="4956048"/>
            <a:ext cx="10588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'{print $1}' access_big.log | sort | uniq -c | sort -rn | head -3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196 45.9.148.23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139 198.51.100.9      4127 10.0.1.4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PACK · 1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 &amp; identifying — ls, cd, file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49651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 --full-time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timestamps with seconds + timezone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exact ordering of events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 -a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include hidden dotfiles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malware and configs love to hide here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 -i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 inode numbers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correlate with find -inum and $MFT records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 -lt / -lu / -lc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 by mtime / atime / ctime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freshest artifacts first; spot odd edits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 -R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recursive listing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inventory a whole tree fast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 -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jump to the previous directory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quick bounce between evidence and copy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 -b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brief output, no filename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clean, scriptable pipeline input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 -z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peek inside compressed files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archives wearing disguises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 -k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 checking, show all matches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catches layered tricks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PACK · 2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content — cat, head/tail, strings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49651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 -n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every line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cite evidence by exact line number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 -A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reveal $ line-ends, ^I tabs, trailing spaces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catch hidden whitespace (the evidence_B trick)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head -n 20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20 lines only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sample a huge file safely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tail -n 20 / -f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lines / follow live growth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 of a log; watch an incident unfold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strings -n 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minimum string length 8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drops noise; default is only 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strings -t 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print the hex offset of each string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locate exactly where it sits in the file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strings -e 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decode UTF-16LE (wide chars)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 artifacts store wide strings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PACK · 3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grep — the workhorse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49651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-i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case-insensitive match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attackers mix case to evade filters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-c / -n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 matches / show line numbers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size the problem; pinpoint evidence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-r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 directories recursively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sweep whole trees without find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-E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extended regex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pattern, many words: sqlmap|nikto|zgrab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-o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print only the matching part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 clean IPs and URLs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-v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invert the match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subtract known-good noise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-A 3 -B 3 (-C 3)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 lines after/before/around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events surrounding an incident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540410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7" name="Shape 4"/>
          <p:cNvSpPr/>
          <p:nvPr/>
        </p:nvSpPr>
        <p:spPr>
          <a:xfrm>
            <a:off x="950976" y="540410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Shape 5"/>
          <p:cNvSpPr/>
          <p:nvPr/>
        </p:nvSpPr>
        <p:spPr>
          <a:xfrm>
            <a:off x="1170432" y="540410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534924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" y="5641848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-oE "[0-9]+\.[0-9]+\.[0-9]+\.[0-9]+" access_big.log | sort -u | head -3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10.0.1.4   185.220.101.4   45.9.148.23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PACK · 4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— beyond time filters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49651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-type f / d / 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regular file / directory / symlink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separate real files from links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-size +10M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larger than 10 MB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hunt droppers, images, memory dumps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-user root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owned by a specific user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put it there?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-perm -4000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setuid bit set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privilege-escalation inventory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-inum 1042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by inode number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data under different names (hard links)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-maxdepth 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 descent depth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 sweeps fast and targeted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-exec md5sum {} \;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 a command on each hit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hash everything you find in one line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\( -o \)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 OR conditions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mandatory before -exec / -delete (slide 3)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PACK · 5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Hashing — the verify loop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49651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md5sum file &gt; hashes.txt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 hashes at acquisition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integrity baseline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md5sum -c hashes.txt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re-check every file against the list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OK or FAILED, per file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sha1sum -c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workflow with SHA1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stronger than MD5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sha256sum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SHA-256 digest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professional standard today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91672" cy="2103120"/>
          </a:xfrm>
          <a:prstGeom prst="roundRect">
            <a:avLst>
              <a:gd name="adj" fmla="val 3913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41239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7" name="Shape 4"/>
          <p:cNvSpPr/>
          <p:nvPr/>
        </p:nvSpPr>
        <p:spPr>
          <a:xfrm>
            <a:off x="950976" y="41239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Shape 5"/>
          <p:cNvSpPr/>
          <p:nvPr/>
        </p:nvSpPr>
        <p:spPr>
          <a:xfrm>
            <a:off x="1170432" y="41239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406908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" y="4361688"/>
            <a:ext cx="10588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sha1sum evidence.dd copy.dd &gt; hashes.txt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sha1sum -c hashes.txt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evidence.dd: OK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copy.dd: FAILED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-c once at acquisition, once before you report. FAILED = stop and investigate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PACK · 6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Hex toolkit — xxd &amp; hexedit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49651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xxd -l 32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dump only the first 32 bytes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quick signature check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xxd -s 12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 at byte offset 12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chunk headers like IHDR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xxd -g 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byte per group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byte-exact comparison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xxd -r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reverse: hex text back to binary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rebuild a patched file from text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hexedit: Tab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toggle hex/ASCII column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 text bytes directly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hexedit: / and F2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search; save (Ctrl+C quits)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navigate, fix, verify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50383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7" name="Shape 4"/>
          <p:cNvSpPr/>
          <p:nvPr/>
        </p:nvSpPr>
        <p:spPr>
          <a:xfrm>
            <a:off x="950976" y="50383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Shape 5"/>
          <p:cNvSpPr/>
          <p:nvPr/>
        </p:nvSpPr>
        <p:spPr>
          <a:xfrm>
            <a:off x="1170432" y="50383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498348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" y="5276088"/>
            <a:ext cx="10588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xxd -l 8 -g 1 challenge_extra.png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00000000: ff d8 ff e0 00 00 0d 0a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xxd -s 12 -l 4 challenge_extra.png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0000000c: 49 48 44 52   IHDR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PACK · 7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system — ps &amp; netstat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49651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aux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processes, full detail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 snapshot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aux --sort=-%cpu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heaviest CPU first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catch miners and spikes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-o pid,ppid,user,cmd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 fields incl. parent PID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 process lineage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aux --forest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tree view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spot injected children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netstat -tanp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TCP, all states, numeric, owning PID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DNS lookups = fast, leaves no resolver trace; -p needs root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netstat -l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listening sockets only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find backdoor listeners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 -tlnp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modern replacement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idea, faster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PACK · 8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companions — awk, wc, sort, uniq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49651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awk '{print $1}'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print field 1 of each line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 IPs, users, methods from columns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awk -F: '{print $1}'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 field separator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/etc/passwd-style files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wc -l / -c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 lines / bytes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sizes and totals at a glance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 -rn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numeric sort, descending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rankings from uniq -c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 -u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 and deduplicate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 IP/URL lists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 -c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 duplicates (input must be sorted)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frequency table of anything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head -n 5 / tail -n 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trim to the first/last 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top-N reports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PACK · BONUS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awk in depth — match a field, not just a 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 lines whose FIELD 1 is the attacker: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'$1 == "45.9.148.23"' access_big.log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45.9.148.23 - - [26/Sep/2026:09:33:02 +0700] POST /login.php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exact field compare - no anchors, no escaping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grep equivalent works, with 3 traps: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"^45\.9\.148\.23 " access_big.log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^     anchor to line start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\.    dots escaped (. means any char in regex)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space ends the field (else 45.9.148.230 matches)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'$1 == "45.9.148.23" &amp;&amp; $9 == 404' access_big.log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awk thinks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line by line, splits each line into fields on spaces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$1 $2 $3 = columns, $0 = whole line, $NF = last column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-F: switches the separator (passwd-style files)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is built in: == != &amp;&amp; ||, sums: s += $5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of thumb: pattern in a line -&gt; grep; a column's value -&gt; awk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DRILLS 3.A-3.B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and reading content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-p ~/forensics/lab01 &amp;&amp; cp files/* ~/forensics/lab01/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            # hidden dotfiles + permissions appear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.bashrc  .config/  challenge.png  server.log  update.bin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files/images \( -name "*.jpg" -o -name "*.png" \) | wc -l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evidence_A.txt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1042 - EVIDENCE SNAPSHOT  (5 short lines)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/bin/bash | head -3      # readable islands in a binary sea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/lib64/ld-linux-x86-64.so.2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-n 8 /bin/bash | head -3 # less noise, more meaning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not_a_jpeg.jpg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not_a_jpeg.jpg: PNG image data    # the extension is a costume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DRILL 3.C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server.log case — one morning, one intruder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-c "Failed password" server.log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"Failed password" server.log | grep -c "203.0.113.77"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(16 against real accounts + 5 against invalid users)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"Accepted password" server.log | grep "203.0.113.77"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12 08:14:47 ... Accepted password for backup ...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"shadow" server.log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12 08:15:58 ... COMMAND=/bin/cat /etc/shadow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12 08:15:58 ... command not allowed   &lt;- escalation DENIED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"Too many authentication" server.log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12 08:22:03 ... user root 203.0.113.77 ... 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DRILLS 3.D-3.E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Hashing pair and the lying header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md5sum evidence_A.txt evidence_B.txt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f690592c19051b92bc573b663f1f42c5  evidence_A.txt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f0751c271eca176451b95da9847173f0  evidence_B.txt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evidence_?.txt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168 evidence_A.txt   ... 169 evidence_B.txt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identical to the eye - ONE trailing space apart. eyes are not verification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challenge_extra.png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challenge_extra.png: JPEG image data    # &lt;- the file LIES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xxd challenge_extra.png | head -1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00000000: ffd8 ffe0 0000 000d 4948 4452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IHDR at offset 12 belongs to PNG. so what is it really? (Challenge B)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4.1 (A)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header repair — copy, inspect, patch, verify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7360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challenge.png challenge_A_work.png   # never the original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md5sum challenge_A_work.png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84c399700e2110f5be7b84af39218126  challenge_A_work.png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xxd challenge_A_work.png | head -1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00000000: 1729 4e47 0d0a 1a0a   # first 4 bytes are wrong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PNG wants: 89 50 4E 47 0D 0A 1A 0A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hexedit challenge_A_work.png    # fix 4 bytes, F2 to save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challenge_A_work.png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challenge_A_work.png: PNG image data, 562 x 424, 8-bit/color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md5sum challenge_A_work.png    # changed -&gt; hash changed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dec3763035364d8c405fba38a5e0c58d  challenge_A_work.png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32520" y="1783080"/>
            <a:ext cx="2907792" cy="2743200"/>
          </a:xfrm>
          <a:prstGeom prst="roundRect">
            <a:avLst>
              <a:gd name="adj" fmla="val 3000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79408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repaired image and read it: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79408" y="2697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flag{d1g1tal_f0r3ns1cs_101}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979408" y="36118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flag format, kept as-is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32520" y="48006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worked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5239512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was intact — only the signature was broken</a:t>
            </a:r>
            <a:endParaRPr lang="en-US" sz="11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bytes were all that stood between data and flag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you know the moves. Solve the rest.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22219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4.2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606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challenge_extra.png claims to be a JPEG. You already saw the IHDR tell. Decide the true signature, repair a copy, claim the flag (ctf{xxxx}).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34564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4.3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38404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access_big.log hides one full intrusion: find the attacker, rebuild the timeline, decode the leaked secret, and run strings on update.bin for the second flag.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46908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5074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staged hints in section 4, evidence numbering B-xx, hashes before and after. No evidence, no answer.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 Deep Dive - find, Pipelines and Worked Examples</dc:title>
  <dc:subject>PptxGenJS Presentation</dc:subject>
  <dc:creator>Stefanus Eko Prasetyo</dc:creator>
  <cp:lastModifiedBy>Stefanus Eko Prasetyo</cp:lastModifiedBy>
  <cp:revision>1</cp:revision>
  <dcterms:created xsi:type="dcterms:W3CDTF">2026-09-28T08:24:01Z</dcterms:created>
  <dcterms:modified xsi:type="dcterms:W3CDTF">2026-09-28T08:24:01Z</dcterms:modified>
</cp:coreProperties>
</file>