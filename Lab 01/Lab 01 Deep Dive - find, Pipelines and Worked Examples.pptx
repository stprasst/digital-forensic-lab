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Companion session - assumes students saw the main deck. Goal: turn knowledge into reflexes - find operators, pipelines, then worked examples up to Challenge A only. Budget about 120 minutes including the worked drills.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parts. Note that part 3 is a reference pack: students should keep it (screenshot or print); nobody memorizes option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 slide. Quiz first: what does the ungrouped -print version actually print? Let them guess wrong, then show the fix with the escaped parentheses. Mention this gotcha silently deletes the wrong files when -delete is involved.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Poll: what does -mtime 1 mean? Most answer 'yesterday' - the 24-to-48-hours truth surprises them. -mmin is the precision tool; note 15 days equals -mmin -21600.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-newermt is how you bracket an incident window in time. Tie-in for later: filesystem timestamps can be forged (timestomping); authoritative timelines come from the MFT in Lab 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pipe mental model: stdout of the left command becomes stdin of the right. Walk the three boxes slowly. The cat-grep-wc example intentionally duplicates grep -c to show the pipe makes every tool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four pipelines cover roughly ninety percent of the whole course. The IP-ranking one returns verbatim in Challenge C and again in Lab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Anatomy slide. Ask what breaks if sort is removed before uniq -c (uniq only counts adjacent duplicates). Walk one real line through all five stages if time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 pack 1 of 8. Do not read rows; highlight ls --full-time, ls -i (inode teaser for Lab 06), and file -z.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 pack 2 of 8. Star option: cat -A - reveal the evidence_B trick here (one trailing space changes the hash). strings -e l previews Windows artifacts in Lab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 pack 3 of 8. Run the -oE IP extraction live; it feeds Challenge C directly. The -A/-B/-C context flags are how you see the events AROUND an incident, not just the incident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 pack 4 of 8. Highlight -inum and -perm -4000 (setuid inventory). Time filters already got their own slides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Run the verify loop live: write hashes.txt, tamper with a copy, sha1sum -c prints FAILED. This loop IS the evidence discipline graded in the working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 pack 6 of 8. xxd -s 12 reading IHDR is the exact move Challenge B needs - but do NOT say that out loud; let students make the connection themselves during the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 pack 7 of 8. netstat -p needs root; the -n flag avoids DNS lookups (faster, and does not touch a resolver during live response). ss is the modern replacement.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 pack 8 of 8. Key fact to repeat: uniq -c requires sorted input - the classic silent pipeline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awk slide. Repeat the rule of thumb: a pattern IN a line means grep; a COLUMN's value means awk. Show the grep anchor traps once - students will meet them again in Challenge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Worked drills start - pick up the pace, they have seen the commands already. Where possible, run the commands live instead of reading the terminal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server.log case: let students predict each answer before you reveal it. This is the guided rehearsal for Challenge C - same moves, bigger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Hash pair plus the lying header. The evidence_B reveal lands here. Stop before saying what challenge_extra really is - that discovery belongs to Challenge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Challenge A fully worked - this is the flag-reveal moment of the course so far. Afterwards remind them: B is the same skill with a twist, C is a different skill entirely; both are solo from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Assign the deadline and submission format now. Remind: staged hints in section 4 of the working paper, evidence numbering, hashes before and after. Give no hints on B or C from this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554480"/>
            <a:ext cx="4023360" cy="4023360"/>
          </a:xfrm>
          <a:prstGeom prst="ellipse">
            <a:avLst/>
          </a:prstGeom>
          <a:solidFill>
            <a:srgbClr val="14324A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212080"/>
            <a:ext cx="3474720" cy="3474720"/>
          </a:xfrm>
          <a:prstGeom prst="ellipse">
            <a:avLst/>
          </a:prstGeom>
          <a:solidFill>
            <a:srgbClr val="12304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37DC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FORENSICS LABORATORY  ·  LAB 01  ·  COMPANION DECK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536192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Dive:</a:t>
            </a:r>
            <a:endParaRPr lang="en-US" sz="46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find, Pipelines &amp; Worked Examples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9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up to Challenge A, solved together — Challenge B and C stay yours.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434840"/>
            <a:ext cx="6583680" cy="1645920"/>
          </a:xfrm>
          <a:prstGeom prst="roundRect">
            <a:avLst>
              <a:gd name="adj" fmla="val 5000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458114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9" name="Shape 7"/>
          <p:cNvSpPr/>
          <p:nvPr/>
        </p:nvSpPr>
        <p:spPr>
          <a:xfrm>
            <a:off x="950976" y="458114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10" name="Shape 8"/>
          <p:cNvSpPr/>
          <p:nvPr/>
        </p:nvSpPr>
        <p:spPr>
          <a:xfrm>
            <a:off x="1170432" y="458114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5262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" y="4818888"/>
            <a:ext cx="6080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"small tools, connected, beat one big tool"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 tools, connected, beat one big tool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863840" y="5897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Stefanus Eko Prasetyo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Lab-1  ·  companion to the Lab 01 lecture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cover today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691640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in depth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202996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combining conditions with -o, time filters (-mmin vs -mtime), exact dates with -newermt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70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606040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pipelines work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94436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| really does, and the classic forensic pipelines, stage by stage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02736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3520440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forensic option pack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" y="385876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options that matter for every command in this lab — ls, cat, strings, grep, find, hashing, xxd, hexedit, ps, netstat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498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4434840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Worked examples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97280" y="477316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guided drills 3.A-3.E and Challenge A, fully solved on screen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31536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413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5349240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turn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97280" y="568756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 B (the lying header) and Challenge C (the log hunt) — no spoilers here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· 1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Combining conditions — AND by default, -o for 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75120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6172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files/images -name "*.jpg" -o -name "*.png"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files/images/hero.jpg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files/images/logo.png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-o = OR: show files matching EITHER condition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. -name "*.jpg" -mtime -30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 -o -&gt; conditions are AND-ed: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a .jpg that ALSO changed in the last 30 days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GOTCHA: -o binds looser than actions.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. -name "*.jpg" -o -name "*.png" -print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^ prints ONLY the png branch! group instead: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. \( -name "*.jpg" -o -name "*.png" \) -print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635240" y="1920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 of thumb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35240" y="2359152"/>
            <a:ext cx="3977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conditions with no -o are silently AND-ed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-o shows a file if ANY branch matches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moment you add -print, -exec, or -delete: wrap the OR in \( \)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a complex find with -print BEFORE wiring in -delete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· 2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filters — -mmin in minutes, -mtime in 24-hour blocks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75120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6172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/home -mmin -30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/home/analyst/notes.txt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changed LESS than 30 minutes ago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/var/log -mtime -1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changed within the last 24 hours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/case -mmin +60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last change OLDER than 60 minutes ago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-mtime counts FULL 24h blocks, fractions dropped: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-mtime 0  = 0..24 h ago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-mtime 1  = 24..48 h ago   (not "yesterday"!)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-mtime +7 = older than 8 x 24 h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635240" y="1920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Signs and units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35240" y="2359152"/>
            <a:ext cx="3977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-n  = within the last n units (younger)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  = exactly the n-th window back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+n  = older than n units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minutes precision needs -mmin: 15 days = -mmin -21600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relatives: -amin/-atime (access), -cmin/-ctime (metadata)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· 3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 dates — -newermt and a range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75120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6172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modified ON 15 September 2026 (whole day):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/ -newermt "2026-09-15 00:00:00" \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    ! -newermt "2026-09-16 00:00:00"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modified between 1 and 15 September: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/case -newermt "2026-09-01" ! -newermt "2026-09-16"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files NEWER than an evidence file you seized: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/ -newer seized_usb.dd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635240" y="1920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it right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35240" y="2359152"/>
            <a:ext cx="3977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-newermt "date" = mtime on/after that moment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 -newermt "date" = mtime at or before it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together they bracket an exact window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careful: filesystem times can be forged (timestomping) — the serious timeline comes from $MFT in Lab 06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PIPELINES · 1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| really does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 connects two commands: everything the left command writes to standard output becomes the standard input of the right one. Each tool stays small — the power is in the connection.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246120" cy="1371600"/>
          </a:xfrm>
          <a:prstGeom prst="roundRect">
            <a:avLst>
              <a:gd name="adj" fmla="val 6000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80720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4B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server.log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331927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48 lines out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822192" y="2990088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389120" y="2606040"/>
            <a:ext cx="3246120" cy="1371600"/>
          </a:xfrm>
          <a:prstGeom prst="roundRect">
            <a:avLst>
              <a:gd name="adj" fmla="val 6000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17720" y="280720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4B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grep "Failed password"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17720" y="331927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keeps only matching lines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662672" y="2990088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229600" y="2606040"/>
            <a:ext cx="3246120" cy="1371600"/>
          </a:xfrm>
          <a:prstGeom prst="roundRect">
            <a:avLst>
              <a:gd name="adj" fmla="val 6000"/>
            </a:avLst>
          </a:prstGeom>
          <a:solidFill>
            <a:srgbClr val="134B56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58200" y="280720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wc -l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58200" y="331927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6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counts what survived: 22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11091672" cy="1691640"/>
          </a:xfrm>
          <a:prstGeom prst="roundRect">
            <a:avLst>
              <a:gd name="adj" fmla="val 4865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448970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18" name="Shape 16"/>
          <p:cNvSpPr/>
          <p:nvPr/>
        </p:nvSpPr>
        <p:spPr>
          <a:xfrm>
            <a:off x="950976" y="448970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19" name="Shape 17"/>
          <p:cNvSpPr/>
          <p:nvPr/>
        </p:nvSpPr>
        <p:spPr>
          <a:xfrm>
            <a:off x="1170432" y="448970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20" name="Text 18"/>
          <p:cNvSpPr/>
          <p:nvPr/>
        </p:nvSpPr>
        <p:spPr>
          <a:xfrm>
            <a:off x="1463040" y="4434840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04672" y="4727448"/>
            <a:ext cx="105887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server.log | grep "Failed password" | wc -l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same result as grep -c — the pipe just makes every tool reusable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PIPELINES · 2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pipelines you will use every week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1058875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count lines that matter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"Failed password" server.log | wc -l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rank client IPs by request count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awk '{print $1}' access_big.log | sort | uniq -c | sort -rn | head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196 45.9.148.23      &lt;- there is our attacker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8127 10.0.1.4      (top normal client for contrast)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readable text out of a binary, filtered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strings -n 6 update.bin | grep -E "http|config"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how many images did we collect?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files/images \( -name "*.jpg" -o -name "*.png" \) | wc -l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PIPELINES · 3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Anatomy — ranking IPs, stage by stage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130552"/>
            <a:ext cx="329184" cy="329184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1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94944" y="2569464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34B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awk '{print $1}'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94944" y="322783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only field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4944" y="3630168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45.9.148.23 - - [...]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78608" y="2880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834640" y="196596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99232" y="2130552"/>
            <a:ext cx="329184" cy="329184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13" name="Text 11"/>
          <p:cNvSpPr/>
          <p:nvPr/>
        </p:nvSpPr>
        <p:spPr>
          <a:xfrm>
            <a:off x="2999232" y="211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80944" y="2569464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34B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980944" y="322783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equal lines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80944" y="3630168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 IP list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64608" y="2880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120640" y="196596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85232" y="2130552"/>
            <a:ext cx="329184" cy="329184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20" name="Text 18"/>
          <p:cNvSpPr/>
          <p:nvPr/>
        </p:nvSpPr>
        <p:spPr>
          <a:xfrm>
            <a:off x="5285232" y="211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66944" y="2569464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34B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 -c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266944" y="322783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 duplicates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66944" y="3630168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196 45.9.148.23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150608" y="2880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406640" y="196596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571232" y="2130552"/>
            <a:ext cx="329184" cy="329184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27" name="Text 25"/>
          <p:cNvSpPr/>
          <p:nvPr/>
        </p:nvSpPr>
        <p:spPr>
          <a:xfrm>
            <a:off x="7571232" y="211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52944" y="2569464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34B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 -rn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552944" y="322783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biggest first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552944" y="3630168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 of the list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436608" y="2880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692640" y="196596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857232" y="2130552"/>
            <a:ext cx="329184" cy="329184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34" name="Text 32"/>
          <p:cNvSpPr/>
          <p:nvPr/>
        </p:nvSpPr>
        <p:spPr>
          <a:xfrm>
            <a:off x="9857232" y="211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838944" y="2569464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34B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838944" y="322783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10 lines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838944" y="3630168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winners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4572000"/>
            <a:ext cx="11091672" cy="1463040"/>
          </a:xfrm>
          <a:prstGeom prst="roundRect">
            <a:avLst>
              <a:gd name="adj" fmla="val 5625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31520" y="471830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40" name="Shape 38"/>
          <p:cNvSpPr/>
          <p:nvPr/>
        </p:nvSpPr>
        <p:spPr>
          <a:xfrm>
            <a:off x="950976" y="471830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41" name="Shape 39"/>
          <p:cNvSpPr/>
          <p:nvPr/>
        </p:nvSpPr>
        <p:spPr>
          <a:xfrm>
            <a:off x="1170432" y="471830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42" name="Text 40"/>
          <p:cNvSpPr/>
          <p:nvPr/>
        </p:nvSpPr>
        <p:spPr>
          <a:xfrm>
            <a:off x="1463040" y="4663440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04672" y="4956048"/>
            <a:ext cx="10588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awk '{print $1}' access_big.log | sort | uniq -c | sort -rn | head -3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196 45.9.148.23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139 198.51.100.9      4127 10.0.1.4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PACK · 1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Listing &amp; identifying — ls, cd, file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  <a:gridCol w="49651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Forensic value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ls --full-time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timestamps with seconds + timezone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exact ordering of events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ls -a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include hidden dotfiles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malware and configs love to hide here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ls -i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show inode numbers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correlate with find -inum and $MFT records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ls -lt / -lu / -lc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 by mtime / atime / ctime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freshest artifacts first; spot odd edits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ls -R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recursive listing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inventory a whole tree fast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cd -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jump to the previous directory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quick bounce between evidence and copy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file -b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brief output, no filename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clean, scriptable pipeline input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file -z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peek inside compressed files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archives wearing disguises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file -k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keep checking, show all matches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catches layered tricks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PACK · 2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content — cat, head/tail, strings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  <a:gridCol w="49651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Forensic value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cat -n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number every line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cite evidence by exact line number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cat -A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reveal $ line-ends, ^I tabs, trailing spaces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catch hidden whitespace (the evidence_B trick)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head -n 20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first 20 lines only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sample a huge file safely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tail -n 20 / -f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last lines / follow live growth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end of a log; watch an incident unfold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strings -n 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minimum string length 8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drops noise; default is only 4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strings -t 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the hex offset of each string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locate exactly where it sits in the file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strings -e l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decode UTF-16LE (wide chars)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Windows artifacts store wide strings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PACK · 3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grep — the workhorse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  <a:gridCol w="49651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Forensic value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grep -i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case-insensitive match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attackers mix case to evade filters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grep -c / -n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 matches / show line numbers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size the problem; pinpoint evidence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grep -r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directories recursively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sweep whole trees without find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grep -E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extended regex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pattern, many words: sqlmap|nikto|zgrab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grep -o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only the matching part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extract clean IPs and URLs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grep -v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invert the match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subtract known-good noise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grep -A 3 -B 3 (-C 3)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context lines after/before/around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events surrounding an incident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25780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540410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7" name="Shape 4"/>
          <p:cNvSpPr/>
          <p:nvPr/>
        </p:nvSpPr>
        <p:spPr>
          <a:xfrm>
            <a:off x="950976" y="540410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8" name="Shape 5"/>
          <p:cNvSpPr/>
          <p:nvPr/>
        </p:nvSpPr>
        <p:spPr>
          <a:xfrm>
            <a:off x="1170432" y="540410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9" name="Text 6"/>
          <p:cNvSpPr/>
          <p:nvPr/>
        </p:nvSpPr>
        <p:spPr>
          <a:xfrm>
            <a:off x="1463040" y="5349240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04672" y="5641848"/>
            <a:ext cx="10588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-oE "[0-9]+\.[0-9]+\.[0-9]+\.[0-9]+" access_big.log | sort -u | head -3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10.0.1.4   185.220.101.4   45.9.148.23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PACK · 4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— beyond time filters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  <a:gridCol w="49651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Forensic value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-type f / d / l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regular file / directory / symlink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separate real files from links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-size +10M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larger than 10 MB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hunt droppers, images, memory dumps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-user root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owned by a specific user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who put it there?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-perm -4000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setuid bit set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privilege-escalation inventory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-inum 1042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by inode number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data under different names (hard links)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-maxdepth 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limit descent depth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keep sweeps fast and targeted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-exec md5sum {} \;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 a command on each hit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hash everything you find in one line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\( -o \)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 OR conditions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mandatory before -exec / -delete (slide 3)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PACK · 5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Hashing — the verify loop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  <a:gridCol w="49651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Forensic value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md5sum file &gt; hashes.txt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record hashes at acquisition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your integrity baseline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md5sum -c hashes.txt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re-check every file against the list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OK or FAILED, per file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sha1sum -c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workflow with SHA1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stronger than MD5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sha256sum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SHA-256 digest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professional standard today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77640"/>
            <a:ext cx="11091672" cy="2103120"/>
          </a:xfrm>
          <a:prstGeom prst="roundRect">
            <a:avLst>
              <a:gd name="adj" fmla="val 3913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412394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7" name="Shape 4"/>
          <p:cNvSpPr/>
          <p:nvPr/>
        </p:nvSpPr>
        <p:spPr>
          <a:xfrm>
            <a:off x="950976" y="412394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8" name="Shape 5"/>
          <p:cNvSpPr/>
          <p:nvPr/>
        </p:nvSpPr>
        <p:spPr>
          <a:xfrm>
            <a:off x="1170432" y="412394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9" name="Text 6"/>
          <p:cNvSpPr/>
          <p:nvPr/>
        </p:nvSpPr>
        <p:spPr>
          <a:xfrm>
            <a:off x="1463040" y="4069080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04672" y="4361688"/>
            <a:ext cx="105887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sha1sum evidence.dd copy.dd &gt; hashes.txt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sha1sum -c hashes.txt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evidence.dd: OK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copy.dd: FAILED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-c once at acquisition, once before you report. FAILED = stop and investigate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PACK · 6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 toolkit — xxd &amp; hexedit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  <a:gridCol w="49651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Forensic value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xxd -l 32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dump only the first 32 bytes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quick signature check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xxd -s 12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start at byte offset 12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 chunk headers like IHDR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xxd -g 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byte per group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byte-exact comparison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xxd -r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reverse: hex text back to binary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rebuild a patched file from text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hexedit: Tab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toggle hex/ASCII column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patch text bytes directly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hexedit: / and F2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search; save (Ctrl+C quits)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navigate, fix, verify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91672" cy="1371600"/>
          </a:xfrm>
          <a:prstGeom prst="roundRect">
            <a:avLst>
              <a:gd name="adj" fmla="val 6000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503834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7" name="Shape 4"/>
          <p:cNvSpPr/>
          <p:nvPr/>
        </p:nvSpPr>
        <p:spPr>
          <a:xfrm>
            <a:off x="950976" y="503834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8" name="Shape 5"/>
          <p:cNvSpPr/>
          <p:nvPr/>
        </p:nvSpPr>
        <p:spPr>
          <a:xfrm>
            <a:off x="1170432" y="503834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9" name="Text 6"/>
          <p:cNvSpPr/>
          <p:nvPr/>
        </p:nvSpPr>
        <p:spPr>
          <a:xfrm>
            <a:off x="1463040" y="4983480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04672" y="5276088"/>
            <a:ext cx="10588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xxd -l 8 -g 1 challenge_extra.png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00000000: ff d8 ff e0 00 00 0d 0a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xxd -s 12 -l 4 challenge_extra.png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0000000c: 49 48 44 52   IHDR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PACK · 7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system — ps &amp; netstat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  <a:gridCol w="49651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Forensic value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ps aux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processes, full detail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complete snapshot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ps aux --sort=-%cpu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heaviest CPU first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catch miners and spikes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ps -o pid,ppid,user,cmd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 fields incl. parent PID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map process lineage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ps aux --forest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tree view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spot injected children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netstat -tanp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TCP, all states, numeric, owning PID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DNS lookups = fast, leaves no resolver trace; -p needs root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netstat -l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listening sockets only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find backdoor listeners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ss -tlnp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modern replacement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idea, faster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PACK · 8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companions — awk, wc, sort, uniq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  <a:gridCol w="49651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Forensic value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awk '{print $1}'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field 1 of each line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extract IPs, users, methods from columns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awk -F: '{print $1}'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 field separator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/etc/passwd-style files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wc -l / -c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 lines / bytes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sizes and totals at a glance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 -rn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numeric sort, descending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rankings from uniq -c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 -u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 and deduplicate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IP/URL lists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uniq -c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 duplicates (input must be sorted)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frequency table of anything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4B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head -n 5 / tail -n 5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3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trim to the first/last 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top-N reports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PACK · BONUS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awk in depth — match a field, not just a 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75120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6172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show lines whose FIELD 1 is the attacker: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awk '$1 == "45.9.148.23"' access_big.log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45.9.148.23 - - [26/Sep/2026:09:33:02 +0700] POST /login.php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exact field compare - no anchors, no escaping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grep equivalent works, with 3 traps: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"^45\.9\.148\.23 " access_big.log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^     anchor to line start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\.    dots escaped (. means any char in regex)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space ends the field (else 45.9.148.230 matches)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awk '$1 == "45.9.148.23" &amp;&amp; $9 == 404' access_big.log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35240" y="1920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awk thinks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35240" y="2359152"/>
            <a:ext cx="3977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line by line, splits each line into fields on spaces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$1 $2 $3 = columns, $0 = whole line, $NF = last column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-F: switches the separator (passwd-style files)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logic is built in: == != &amp;&amp; ||, sums: s += $5</a:t>
            </a:r>
            <a:endParaRPr lang="en-US" sz="13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3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of thumb: pattern in a line -&gt; grep; a column's value -&gt; awk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WORKED · DRILLS 3.A-3.B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Navigation and reading content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1058875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-p ~/forensics/lab01 &amp;&amp; cp files/* ~/forensics/lab01/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-la            # hidden dotfiles + permissions appear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.bashrc  .config/  challenge.png  server.log  update.bin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files/images \( -name "*.jpg" -o -name "*.png" \) | wc -l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evidence_A.txt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1042 - EVIDENCE SNAPSHOT  (5 short lines)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strings /bin/bash | head -3      # readable islands in a binary sea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/lib64/ld-linux-x86-64.so.2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strings -n 8 /bin/bash | head -3 # less noise, more meaning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file not_a_jpeg.jpg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not_a_jpeg.jpg: PNG image data    # the extension is a costume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WORKED · DRILL 3.C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server.log case — one morning, one intruder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1058875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-c "Failed password" server.log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"Failed password" server.log | grep -c "203.0.113.77"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(16 against real accounts + 5 against invalid users)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"Accepted password" server.log | grep "203.0.113.77"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 12 08:14:47 ... Accepted password for backup ... 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"shadow" server.log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 12 08:15:58 ... COMMAND=/bin/cat /etc/shadow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 12 08:15:58 ... command not allowed   &lt;- escalation DENIED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"Too many authentication" server.log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 12 08:22:03 ... user root 203.0.113.77 ... 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WORKED · DRILLS 3.D-3.E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Hashing pair and the lying header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1058875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md5sum evidence_A.txt evidence_B.txt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f690592c19051b92bc573b663f1f42c5  evidence_A.txt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f0751c271eca176451b95da9847173f0  evidence_B.txt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evidence_?.txt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 168 evidence_A.txt   ... 169 evidence_B.txt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identical to the eye - ONE trailing space apart. eyes are not verification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file challenge_extra.png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challenge_extra.png: JPEG image data    # &lt;- the file LIES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xxd challenge_extra.png | head -1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00000000: ffd8 ffe0 0000 000d 4948 4452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IHDR at offset 12 belongs to PNG. so what is it really? (Challenge B)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WORKED · CHALLENGE 4.1 (A)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header repair — copy, inspect, patch, verify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863840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73609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cp challenge.png challenge_A_work.png   # never the original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md5sum challenge_A_work.png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84c399700e2110f5be7b84af39218126  challenge_A_work.png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xxd challenge_A_work.png | head -1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00000000: 1729 4e47 0d0a 1a0a   # first 4 bytes are wrong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PNG wants: 89 50 4E 47 0D 0A 1A 0A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hexedit challenge_A_work.png    # fix 4 bytes, F2 to save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file challenge_A_work.png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challenge_A_work.png: PNG image data, 562 x 424, 8-bit/color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md5sum challenge_A_work.png    # changed -&gt; hash changed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dec3763035364d8c405fba38a5e0c58d  challenge_A_work.png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32520" y="1783080"/>
            <a:ext cx="2907792" cy="2743200"/>
          </a:xfrm>
          <a:prstGeom prst="roundRect">
            <a:avLst>
              <a:gd name="adj" fmla="val 3000"/>
            </a:avLst>
          </a:prstGeom>
          <a:solidFill>
            <a:srgbClr val="134B56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79408" y="196596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repaired image and read it: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79408" y="269748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flag{d1g1tal_f0r3ns1cs_101}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979408" y="361188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FE6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upstream flag format, kept as-is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32520" y="480060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worked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732520" y="5239512"/>
            <a:ext cx="29077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1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was intact — only the signature was broken</a:t>
            </a:r>
            <a:endParaRPr lang="en-US" sz="1150" dirty="0"/>
          </a:p>
          <a:p>
            <a:pPr algn="l" marL="152400" indent="-152400">
              <a:lnSpc>
                <a:spcPct val="114000"/>
              </a:lnSpc>
              <a:spcAft>
                <a:spcPts val="900"/>
              </a:spcAft>
              <a:buSzPct val="100000"/>
              <a:buChar char="▸"/>
            </a:pPr>
            <a:r>
              <a:rPr lang="en-US" sz="11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bytes were all that stood between data and flag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7DC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TURN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 you know the moves. Solve the rest.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868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554480" y="22219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 B — 4.2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554480" y="26060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DCE9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challenge_extra.png claims to be a JPEG. You already saw the IHDR tell. Decide the true signature, repair a copy, claim the flag (ctf{xxxx}).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868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554480" y="34564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 C — 4.3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554480" y="38404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DCE9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access_big.log hides one full intrusion: find the attacker, rebuild the timeline, decode the leaked secret, and run strings on update.bin for the second flag.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868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554480" y="469087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paper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554480" y="50749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DCE9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staged hints in section 4, evidence numbering B-xx, hashes before and after. No evidence, no answer.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Stefanus Eko Prasetyo  ·  Digital Forensics Laboratory  ·  Lab-1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01 Deep Dive - find, Pipelines and Worked Examples</dc:title>
  <dc:subject>PptxGenJS Presentation</dc:subject>
  <dc:creator>Stefanus Eko Prasetyo</dc:creator>
  <cp:lastModifiedBy>Stefanus Eko Prasetyo</cp:lastModifiedBy>
  <cp:revision>1</cp:revision>
  <dcterms:created xsi:type="dcterms:W3CDTF">2026-09-28T08:24:01Z</dcterms:created>
  <dcterms:modified xsi:type="dcterms:W3CDTF">2026-09-28T08:24:01Z</dcterms:modified>
</cp:coreProperties>
</file>