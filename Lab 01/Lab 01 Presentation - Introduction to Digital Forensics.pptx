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the first lab of the series. Today is about the toolkit, not heavy theory: students leave able to run twelve commands, hash evidence, and repair a broken header. Distribute the working paper BEFORE the session so the pre-lab (section 1.4) is done. Time budget: about 90 minutes for this deck plus live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 today. Set the contract now: Challenge A is solved together in the Deep Dive session; Challenges B and C are theirs to solve alone. Quick poll: which stop looks hardest? Usually hashing or hex.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Anchor the three-stage process: collect, analyze, present. Before advancing, ask the class for one concrete example of each stage. Common misconception to correct early: forensics is not only about catching hackers - the court-of-law goal shapes how reports are written throughout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families of use cases. Tell ONE short story per card instead of reading them all; the web-attack story returns as Lab 04-05 and data recovery as Lab 06. Thirty to forty-five seconds per card is plenty.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mindset slide. Interaction: 'You visited a website ten minutes ago - name one trace it left.' Collect three or four answers before revealing the right column. The deleted-remnants bullet is the hook for Lab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read the table aloud. Say: every family here gets a live drill in the next four slides, and this table is their cheat sheet (mirrored as Appendix A of the working paper). Goal: all twelve commands usable without lookup by the end of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drill. Live-demo if possible. The image.jpg-is-ELF example is the star - pause and let students read the output themselves. Common mistakes to flag: forgetting ls -a for dotfiles, and unquoted multi-word patterns in grep.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cat is for text files; binaries need strings. The base64 blob is a deliberate teaser for Lab 03 macro analysis. Ask why -n 8 reduces noise (random four-character sequences disappear).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grep is the skill used most across the entire series. Demo grep -c and find -mmin -30 live if you can. Typical error: forgetting quotes around patterns with spaces, e.g. Failed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Live-response concept: what is running, what is connected. The 'miner' process line is the discussion hook. Mention netstat is legacy and ss is the modern tool (Deep Dive slide 15); deep memory analysis arrives in Lab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integrity slide. If possible run the avalanche demo live: hash a file, append one byte to a copy, hash again - the two hashes share nothing. Hammer the three rules; 'work on copies' is graded in the working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table for the challenges. Ask which format has an eight-byte signature (PNG - needed in Challenge A). The ZIP row is a teaser: a .docx is a ZIP container, revealed in Lab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repair workflow - this is exactly Challenge A, which we solve together in the Deep Dive session. Warn loudly: NEVER edit an original; copy first, hash before and after. hexedit keys: arrows move, F2 saves, Ctrl+C exits.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solved together in the Deep Dive. B and C: solo and graded, flags use ctf{xxxx}, hints are staged in working paper section 4 - encourage students to stop after each hint and retry. Challenge C is grep plus strings on an 8,600-line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evidence numbering NOW: every screenshot or output gets B-01, B-02, and so on, logged in Appendix B. 'No evidence, no answer' is a grading rule, not a slogan. Point them to the exemplar in Appendix B of the working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you reveal it. These four lines are the minimum takeaway of the whole lab - if a student can only remember four sentences, these are the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Clone command points to the course repo. Preview the next lab: Windows artifacts, same working-paper discipline. Close by collecting working papers and evidence folders, and remind them of the submission naming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command-line foundations  ·  evidence hashing  ·  file signatures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4206240"/>
            <a:ext cx="3977640" cy="1737360"/>
          </a:xfrm>
          <a:prstGeom prst="roundRect">
            <a:avLst>
              <a:gd name="adj" fmla="val 47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0" y="4352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037576" y="4352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257032" y="4352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42976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91272" y="459028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forensic-analyst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"every trace tells a story"</a:t>
            </a:r>
            <a:endParaRPr lang="en-US" sz="12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trace tells a story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Lab-1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01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digital forensics 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definition, process, and where it is used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trail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 action on a system leaves behind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Linux toolbox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commands that carry a whole investigation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Hashing for integrity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md5sum and sha1sum — proof that evidence is untouched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Magic bytes &amp; file headers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extensions lie and content does not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hands-on challenges + how to document them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digital forensics?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technology to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gather evidence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it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the findings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 legal case.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31927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30098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acquire evidence without altering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22192" y="363016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89120" y="306324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331927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330098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81728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 logs, files, memory, traffic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62672" y="363016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29600" y="306324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85632" y="331927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9" name="Text 17"/>
          <p:cNvSpPr/>
          <p:nvPr/>
        </p:nvSpPr>
        <p:spPr>
          <a:xfrm>
            <a:off x="848563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330098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22208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findings that stand in court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common goal: collect evidence that can be used to prosecute suspects in a court of law.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is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Investigating cyber attacks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Determine the scope and source of a breach, then harden defenses against the next one.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detection &amp; response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hunt and mitigate security threats before they become incidents.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187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recovery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 data that was stolen or deleted during an attack.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187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Criminal investigations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suspects, establish motive, and link suspects to specific crimes.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trail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digital action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leaves evidence.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investigator's job is to find that trail — and to interpret it correctly.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847088"/>
            <a:ext cx="128016" cy="128016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709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access timestamps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46520" y="20391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files were created, changed, opened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128016" cy="128016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connection logs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46520" y="29352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talked to whom, on which 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639312"/>
            <a:ext cx="128016" cy="128016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5021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execution records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46520" y="3831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ran, under which account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4535424"/>
            <a:ext cx="128016" cy="128016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3982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history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46520" y="4727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searches, downloads, form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5431536"/>
            <a:ext cx="128016" cy="128016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5294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file remnants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46520" y="5623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deleted is not gone — traces persist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Linux toolbox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forensic tooling lives on Linux. Twelve commands carry an entire first investigation: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5788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it matters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Navigate &amp; inspect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· cd · file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move around fast; identify what a file really is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content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 · strings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text; pull readable text out of binaries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· find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hunt patterns in logs; locate files by name, type, or time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Prove integrity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md5sum · sha1sum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evidence was not tampered with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 low-level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xxd · hexedit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hex dumps; patch bytes such as broken headers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system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· netstat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snapshot running processes and connections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TOOLBOX ·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&amp; inspect — ls, cd,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 Documents  Downloads  Music  Pictures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/var/log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 14 root root  auth.log  kern.log  syslog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suspect.png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suspect.png: PNG image data, 562 x 424, 8-bit/color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image.jpg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image.jpg: ELF 64-bit LSB pie executable, x86-64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jpg that is actually a Linux executable!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signals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35240" y="2377440"/>
            <a:ext cx="3977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identifies content by signature — it never trusts the extension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image.jpg that reports ELF is malware wearing a costume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 -la also reveals hidden dotfiles and permissions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 moves the rest of the toolkit into position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TOOLBOX ·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content — cat, strings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note.txt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 at the usual place. Bring the drive.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firmware.bin | head -5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/lib64/ld-linux-x86-64.so.2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http://updates.example.net/config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GVsbG8sIHdvcmxkIQ==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-n 8 malware.bin | grep http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http://updates.example.net/config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files are not text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35240" y="2377440"/>
            <a:ext cx="3977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 prints plain text files in full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extracts human-readable sequences from any binary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malware configs, URLs, and base64 blobs often surface this way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-n 8 keeps only strings of 8+ characters — less noise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TOOLBOX ·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— grep, find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"Failed password" /var/log/auth.log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12 08:14:02 sshd[2011]: Failed password for admin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203.0.113.77 port 51234 ssh2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"203.0.113.77" server.log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/home -mmin -30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/home/analyst/notes.txt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-name "*.jpg" 2&gt;/dev/null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/opt/staging/logo.jpg   /tmp/drop/img002.jpg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the needle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35240" y="2377440"/>
            <a:ext cx="3977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filters huge logs down to the lines that matter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hits with -c, ignore case with -i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locates files by name, type, size, or modification time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-mmin -30 = changed in the last 30 minutes — fresh evidence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TOOLBOX ·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system — ps, netstat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 | head -4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PID  %CPU COMMAND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1   0.0 systemd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2841 12.9 firefox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3102  0.1 miner  &lt;- unfamiliar name?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netstat -tn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 Local               Foreign             State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 192.168.0.106:44300  93.184.220.29:http  ESTABLISHED</a:t>
            </a:r>
            <a:endParaRPr lang="en-US" sz="14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 192.168.0.106:58308  52.39.122.167:https ESTABLISHED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the living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35240" y="2377440"/>
            <a:ext cx="3977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 lists running processes — spot unfamiliar names and odd parents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netstat shows active connections and their states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unusual foreign addresses or ports deserve a second look</a:t>
            </a:r>
            <a:endParaRPr lang="en-US" sz="1500" dirty="0"/>
          </a:p>
          <a:p>
            <a:pPr algn="l"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live-response territory: memory comes later (Lab 07)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Hashing — proof that evidence is untouched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hash turns any input into a fixed-length fingerprint. Same content in, same hash out — change one bit and the fingerprint changes completely.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675120" cy="3566160"/>
          </a:xfrm>
          <a:prstGeom prst="roundRect">
            <a:avLst>
              <a:gd name="adj" fmla="val 2308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5237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5237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25237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46888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761488"/>
            <a:ext cx="6172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md5sum evidence.dd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8ddd8be4b179a529afa5f2ffae4b9858  evidence.dd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sha1sum evidence.dd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a0b65939670bc2c010f4d5d6a0b3e4e4590fb92b  evidence.dd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x &gt;&gt; copy.dd   # one byte added to a COPY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md5sum copy.dd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b1946ac92492d2347c6235b4d2611184  copy.dd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completely different hash - the avalanche effect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25146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82128" y="2624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at acquisition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82128" y="2953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MD5/SHA1 the moment evidence is received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3685032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82128" y="37947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after analysis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82128" y="41239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re-hash and compare before you report anything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855464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82128" y="4965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work on copies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882128" y="52943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original stays sealed — you analyze the copy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FORMATS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Magic bytes &amp; file headers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file signature (magic bytes) is a fixed sequence of bytes at the start of a file that identifies its real type — regardless of its extension.</a:t>
            </a:r>
            <a:endParaRPr lang="en-US" sz="15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6858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3108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bytes (hex)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JPEG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 D8 FF E0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photos; EXIF metadata lives 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 50 4E 47 0D 0A 1A 0A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8-byte signature — today's challenge target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 50 44 46 2D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as %PDF-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BMP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 4D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as BM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ZIP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 4B 03 04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also the prefix of .docx and .xlsx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331720"/>
            <a:ext cx="3977640" cy="2651760"/>
          </a:xfrm>
          <a:prstGeom prst="roundRect">
            <a:avLst>
              <a:gd name="adj" fmla="val 3103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24780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8" name="Shape 5"/>
          <p:cNvSpPr/>
          <p:nvPr/>
        </p:nvSpPr>
        <p:spPr>
          <a:xfrm>
            <a:off x="8037576" y="24780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9" name="Shape 6"/>
          <p:cNvSpPr/>
          <p:nvPr/>
        </p:nvSpPr>
        <p:spPr>
          <a:xfrm>
            <a:off x="8257032" y="24780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24231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91272" y="2715768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xxd logo.png | head -1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00000000: 8950 4e47 0d0a 1a0a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0000 000d 4948 4452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8950 4e47 = the PNG signature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4948 4452 = IHDR, image header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5257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Extensions can be renamed in one click. Bytes cannot lie.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Repairing a broken file header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025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984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4963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edit the original — work on a copy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90672" y="22860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20025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23944" y="1984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48456" y="24963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xxd file.png | head -1 — compare with the true signature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52744" y="22860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0025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6016" y="1984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0528" y="24963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hexedit the first bytes back to the correct magic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14816" y="22860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78308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54312" y="2002536"/>
            <a:ext cx="365760" cy="36576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24" name="Text 22"/>
          <p:cNvSpPr/>
          <p:nvPr/>
        </p:nvSpPr>
        <p:spPr>
          <a:xfrm>
            <a:off x="9354312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48088" y="1984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72600" y="24963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opens it; re-hash; log both hashes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11091672" cy="2103120"/>
          </a:xfrm>
          <a:prstGeom prst="roundRect">
            <a:avLst>
              <a:gd name="adj" fmla="val 3913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94106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" y="394106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" y="394106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388620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4178808"/>
            <a:ext cx="10588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challenge_copy.png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challenge_copy.png: data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xxd challenge_copy.png | head -1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00000000: 0000 0000 0000 000d 4948 4452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hexedit challenge_copy.png   # restore 8950 4e47 0d0a 1a0a, save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challenge_copy.png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challenge_copy.png: PNG image data, 1400 x 788, 8-bit/color RGB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challenge.png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files/challenge.png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PNG header is damaged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 the wrong bytes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repair a copy, recover the flag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challenge_extra.png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files/challenge_extra.png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 lies about its type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inside it still whispers PNG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the true signature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twist on the same idea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access_big.log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 (log + update.bin)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8,600 lines, one attacker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secret is hidden URL-encoded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binary holds one more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and strings power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hints and step-by-step guidance live in your working paper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before the session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the understanding check in the working paper first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off every step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each step as you complete it — in order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your evidence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and outputs get B-01, B-02, B-03 and land in the evidence log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what you touch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the integrity form before and after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each lab with findings, lessons, and obstacles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377440"/>
          </a:xfrm>
          <a:prstGeom prst="roundRect">
            <a:avLst>
              <a:gd name="adj" fmla="val 3462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[B-04] 2026-09-30 10:12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xxd challenge_extra.png | head -1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00000000: ffd8 ffe0 0000 000d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header claims JPEG (FF D8 FF E0)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IHDR at offset 12 says otherwise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60920" y="457200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7365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evidence, no answer.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937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in your report must trace back to a numbered exhibit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 is your microscope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ls, cat, strings, grep, find, file, xxd — twelve tools, one investigation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Hashes prove integrity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at acquisition, verify after analysis, always work on copies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Extensions lie, bytes don't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and xxd reveal what a file really is, whatever its name says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everything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numbered evidence, commands, and timestamps make findings repeatable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this lab and get to work.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498080" cy="1828800"/>
          </a:xfrm>
          <a:prstGeom prst="roundRect">
            <a:avLst>
              <a:gd name="adj" fmla="val 45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5295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5295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5295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4747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analyst@kali: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767328"/>
            <a:ext cx="6995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https://github.com/stprasst/digital-forensic-lab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digital-forensic-lab/Lab\ 01/files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challenge.png  images/  server.log  update.bin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01 - Introduction to Digital Forensics</dc:title>
  <dc:subject>PptxGenJS Presentation</dc:subject>
  <dc:creator>Stefanus Eko Prasetyo</dc:creator>
  <cp:lastModifiedBy>Stefanus Eko Prasetyo</cp:lastModifiedBy>
  <cp:revision>1</cp:revision>
  <dcterms:created xsi:type="dcterms:W3CDTF">2026-09-28T07:10:05Z</dcterms:created>
  <dcterms:modified xsi:type="dcterms:W3CDTF">2026-09-28T07:10:05Z</dcterms:modified>
</cp:coreProperties>
</file>