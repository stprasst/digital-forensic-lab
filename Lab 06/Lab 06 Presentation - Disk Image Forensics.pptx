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06 - the deepest witness of the series: the disk itself. Students leave able to image a device, walk NTFS metadata, recover deleted files, and catch forged timestamps. This lab is Windows-centric: FTK Imager and MFTECmd. Distribute the working paper BEFORE the session so pre-lab 1.4 is done. Budget about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Contract: Challenge A (the upstream USB image) is solved together in the Deep Dive and has NO flag - its answers are the artifacts. B and C carry ctf{xxxx} flags. Poll: who has ever recovered a deleted 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Ask: 'when you delete a file and empty the bin, what actually happens to the bytes?' Collect answers - most believe erasure. The four cards preview the correction: the disk keeps files, ghosts, a diary, and unclaimed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Terminology + the one-sentence version of chain of custody: hash at acquisition, copies only, hash after. Everything else this session hangs off that sentence - connect it back to Lab 01's hash drills.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Acquisition. Walk the five steps against the README screenshots; emphasize evidence details (case number, examiner) and the completion hash FTK reports. The format table matters: raw dd is Challenge B, AD1 is the upstream image - name both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panes. Live demo beats words: open Image.ad1, select note.txt, show Properties' hashes and Preview's text. The right-click Export habit + hashing is the evidence workflow for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files students usually scroll past ARE the lab. Quiz the table: which file answers 'which volume is this' ($Boot)? 'what was deleted' ($MFT)? $Extend &gt; $RmMetadata chains matter for Challenge A Q3 - plant that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$MFT anatomy. The record on screen is note.txt's. Drill the three attributes: 0x10 times (fakable), 0x30 name+parent (the tree), 0x80 data (resident when small). Record number = identity - that citation habit returns in the working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tooling slide. MFTECmd is the workhorse; analyzeMFT the Python alternative. Show the Import-Csv filter live if possible - 'find a file by name, read its record number' is the move students will repeat all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Deletion theory. FAT: 0xE5 + cleared chain, bytes survive. NTFS: record flagged, pointers often intact. The punchline sentence is on the slide - make the class say it back: deletion is bookkeeping, not erasure.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Timestomping. The two-clock table is the exam skill: SI = user-space fakable, FN = kernel-written in the parent's record. The mismatch rule: a finding, not a glitch. Challenge C is exactly this - do not spoil which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ADS. The Zone.Identifier on screen is the REAL content from the upstream meme.jpeg - browsers record the download origin and it survives inside the image. Malware uses streams too; FTK shows them as children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FAT vs NTFS context - Challenge B is FAT16 on purpose. Point at the deletion-mark row: students will hex-verify that 0xE5 themselves in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Toolbox. FTK + MFTECmd + a hex editor cover this lab; Autopsy is the heavyweight to explore later. HxD note: ground truth when a parser disagrees - always hex-verify surprising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five artifact answers, no flag, solved in the Deep Dive. B: raw FAT16, one ghost entry, recover by hand. C: sixteen crafted records, one liar's clock, flag in resident data. Note the flag-format line: A's answers ARE the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discipline: this lab's rule is 'bytes, not stories' - cite record numbers, clusters, offsets. Hash EVERY export the moment it leaves the image. The model exhibit shows an MFT record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 four lines: image then analyze; the filesystem keeps a diary; deleted is not gone; two clocks catch liars.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repo. Preview Lab 07 (memory forensics, Volatility): from the disk at rest to memory in motion - the same attacker, one last time. Collect working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 Image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Imaging  ·  FTK Imager  ·  $MFT  ·  deleted files  ·  timestamps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MFTECmd.exe -f $MFT --csv 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 records parsed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note.txt ............. rec 40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disk remembers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Lab-6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06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images, not originals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bit-by-bit copies, hash verification, chain of custody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Acquiring an image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FTK Imager step by step - raw dd and AD1 formats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an image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FTK panes: tree, properties, file list, preview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NTFS metadata files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$MFT, $MFTMirr, $LogFile, $Boot - the filesystem's own diary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Recovering evidence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files, alternate data streams, and honest timestamps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USB image + two new challenges + documentation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disk remembers everything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disk image is a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bit-by-bit copy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an entire device - not just the visible files, but the empty space, the deleted content, and the filesystem's own bookkeeping. Working on a verified copy is how evidence stays admissible.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files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any user can browse - the smallest layer of the story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content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does not mean gone - the bytes usually survive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Filesystem metadata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records, timestamps, ADS - the diary the disk keeps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Unallocated space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slack, fragments, and carved artifacts with no owner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words, one discipline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8686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 image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bit-by-bit copy of a device or partition, including deleted data and metadata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 imaging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creating that copy under hash verification, so the original is never touched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forensics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analyzing the copy: files, registry, browser data, logs, deleted artifacts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 that makes it forensic: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at acquisition, work only on copies, hash again after analysis. Identical hashes prove the original was never modified - that is chain of custody in one sentence.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image with FTK Imager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013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&gt; Create Disk Image, select Physical Drive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426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device (a USB drive in our example)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838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&gt; image destination - choose Raw (dd)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251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evidence details: case, examiner, notes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166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- then record the reported hashes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field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267712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(dd): every bit, no metadata, universally readable - our Challenge B</a:t>
            </a:r>
            <a:endParaRPr lang="en-US" sz="12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AD1: FTK's logical format - what the upstream Image.ad1 uses</a:t>
            </a:r>
            <a:endParaRPr lang="en-US" sz="12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E01: EnCase format with compression + built-in hashes</a:t>
            </a:r>
            <a:endParaRPr lang="en-US" sz="12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Whatever the format: verify the hash before you analyze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FTK Imager's four panes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1883664"/>
                <a:gridCol w="69768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Tree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left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image's hierarchy - expand to walk the filesystem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List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center top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files and folders of the selected node, with sizes and times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Properties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bottom left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selected file: timestamps, and its MD5 / SHA1 hashes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Preview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bottom center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file's content - text, image, or hex view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Evidence Item &gt; Image File to open a captured image. Right-click any file &gt; Export Files to extract it - and hash your exports: they are evidence now.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NTFS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filesystem's own files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4288536"/>
                <a:gridCol w="44897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$MFT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master file table: one record per file and folder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names, times, parents, deleted records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$MFTMirr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backup copy of the first $MFT records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recovery when $MFT is damaged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$LogFile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journal of metadata transactions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changed, and when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$Boot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volume boot sector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geometry, and the volume serial number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$Bitmap / $Volume / $Extend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cluster map / label / extensions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allocated vs free, system structure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NTFS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— one record, one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40, 1024 bytes: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FILE0  ... flags=0x0001 (in use)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 0x10 $STANDARD_INFORMATION  -&gt; SI times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 0x30 $FILE_NAME             -&gt; name + PARENT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note.txt   parent: rec 5 (root)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 0x80 $DATA                   -&gt; content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record NUMBER is the file's identity;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PARENT ref rebuilds the folder tree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examiners love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file gets a numbered record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records often survive in place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refs rebuild directory structure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resident data lives inside the record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NTFS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$MFT: MFTECmd and analyzeMFT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$MFT from FTK, then: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MFTECmd.exe -f "C:\evidence\$MFT" --csv C:\evidence out.csv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record number, name, parent, SI and FN timestamps, size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alternative: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analyzeMFT.py -f $MFT -o records.csv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the CSV: find a name, follow its parent ref,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compare SI vs FN timestamps (next slides!)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is not gone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usually means: mark the space as available, then forget.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content survives until something overwrites it.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4297680"/>
                <a:gridCol w="45628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Filesystem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deletion does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can recover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FAT (USB sticks)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directory entry first byte -&gt; 0xE5, FAT chain cleared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text, then the content if clusters are untouched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NTFS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MFT record flagged free; data location kept until reuse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whole record - name, times, content pointers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FTK Imager shows deleted entries in the tree; hex view confirms the 0xE5 marker; Export or carve the content from the data area.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Timestamps - and timestomping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346704"/>
                <a:gridCol w="4636008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Written by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Trust level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$STANDARD_INFORMATION (SI)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user-space tools - what Explorer shows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EASILY FAKED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$FILE_NAME (FN)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kernel, on the parent directory's record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 to fake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Timestomping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backdating a file by rewriting SI times. The tell: SI and FN timestamps disagree wildly (a file 'created in 2019' whose kernel-recorded name says 2026). Always compare both - a mismatch is a finding, not a glitch.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Alternate data streams — the hidden 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meme.jpeg:Zone.Identifier (exported from the image):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[ZoneTransfer]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ZoneId=3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ReferrerUrl=https://twitter.com/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HostUrl=https://pbs.twimg.com/media/FadAHV...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NTFS files can carry named streams;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browsers write the download origin into this 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in Explorer and dir listings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carries the ORIGINAL download URL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malware hides payloads in streams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FTK lists them under the file in the tree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 vs NTFS — two worlds on your desk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4032504"/>
                <a:gridCol w="51755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FAT16/32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NTFS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USB sticks, SD cards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drives (Windows)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Bookkeeping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FAT tables + fixed root folder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$MFT record per file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Deletion mark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0xE5 in the directory entry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flagged not-in-use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created/written/accessed, 2s resolution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+ FN, 100ns resolution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streams, no journal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ADS, $LogFile journal, security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discipline on both: image first, walk the bookkeeping structures, recover what deletion forgot to erase.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disk-image toolbox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980944"/>
                <a:gridCol w="811072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FTK Imager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acquire images, browse, preview hex, export files and ADS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MFTECmd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parse $MFT / $Boot / $LogFile into CSV timelines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analyzeMFT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alternative for $MFT parsing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Autopsy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heavyweight analysis: timelines, recovery, reports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HxD / hex editor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ground truth - read bytes when tools disagree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USB image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files/Image.ad1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questions, no flags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hashes, record numbers, parents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tweet's origin, a boot serial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suspect_card.dd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files/suspect_card.dd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shipping office's USB stick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FAT16, raw dd, 1.44 MB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entry starts with 0xE5...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 what deletion forgot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deleted-file recovery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mini_mft.bin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files/mini_mft.bin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crafted MFT records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file's times disagree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parents, read residents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story the kernel kept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timestomping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has no flag - its answers are the artifacts)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everything you export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carved or exported file gets logged with its hash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records and offsets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name the MFT record, cluster, or hex offset used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the tool 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tree + properties pane, not a paraphrase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analyze the original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 only - and never image a device you own... casually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[B-05] 2026-10-26 10:03 FTK Imager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suspect_card.dd / root / 0xE5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 char E5, FAT chain zeroed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evidence/B-05_deleted_entry.png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Bytes, not stories.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cites a record, cluster, or offset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Image, then analyze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bit-by-bit copies with hash verification keep evidence admissible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filesystem keeps a diary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records hold names, parents, times - even for deleted files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is not gone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0xE5 entries and freed MFT records still point at real bytes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clocks catch liars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times are faked easily; FN times are the kernel's memory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the disk. Interrogate the copy.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git clone https://github.com/stprasst/digital-forensic-lab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cd digital-forensic-lab\Lab\ 06\files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dir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Image.ad1  suspect_card.dd  mini_mft.bin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06 - Disk Image Forensics</dc:title>
  <dc:subject>PptxGenJS Presentation</dc:subject>
  <dc:creator>Stefanus Eko Prasetyo</dc:creator>
  <cp:lastModifiedBy>Stefanus Eko Prasetyo</cp:lastModifiedBy>
  <cp:revision>1</cp:revision>
  <dcterms:created xsi:type="dcterms:W3CDTF">2026-09-28T13:34:32Z</dcterms:created>
  <dcterms:modified xsi:type="dcterms:W3CDTF">2026-09-28T13:34:32Z</dcterms:modified>
</cp:coreProperties>
</file>