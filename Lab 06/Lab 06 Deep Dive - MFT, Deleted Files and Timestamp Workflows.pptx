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Companion session for Lab 06 - assumes the main deck was seen. Goal: FTK fluency, $MFT literacy, and the full worked solution of Challenge A. About 120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parts: inside the AD1, $MFT depth, MFTECmd workflows, timestomping method, then the case. Skills slides 9-10 pre-arm Challenges B and C without solving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 mirrors what students see when they open Image.ad1. Have everyone open it now and check the tree against the slide. The export discipline on the right is the intake workflow: export, hash,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hex walkthrough. Walk one record slowly: FILE0 magic, flags word, then the attribute walk. The recipe card on the right is the same procedure MFTECmd automates - understanding the bytes is what lets you distrust the tool when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MFTECmd in action. The $MFT and $Boot commands answer Challenges A Q2 and Q5 directly. The Import-Csv filter at the bottom is the pattern: CSV plus a where-clause beats any GUI for targeted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two-clock method - THE exam skill of this lab. Read the table, then the method paragraph: agreement boring, disagreement finding. Add the context check: a 2019 file in a 2026 folder is a story; Challenge C weaponizes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part 1. Q1: read the hashes from the slide, then have students verify against their own FTK pane. Q2: record 40, parent 5. Q3: walk the chain aloud - record 31 -&gt; 27 -&gt; $RmMetadata -&gt; $Extend -&gt; root; make students draw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part 2. Q4: the Zone.Identifier export path (tree &gt; expand &gt; export). Q5: hex 7F7A4244B74244F6 - discuss byte-order reporting so graders accept labeled variants. With that, all five upstream answers are on screen - no flags exist upstream, and that is itself the lesson: artifacts over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Skills for Challenge B - the generic FAT recovery recipe. The E5 hex on screen is illustrative, not the challenge's entry. Emphasize the size-field trick: it bounds the carve.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Skills for Challenge C - the generic MFT recipe. Everything on the slide is a filter MFTECmd gives them for free; the discipline is comparing SI vs FN per record and READING resident data. Sixteen records is small enough for a hex editor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 notes. The system-files row bears repeating - students dismiss $MFT as clutter twice per cohort. The hex-verify habit closes the loop on tool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artifacts summary - the report skeleton for any disk case. Each row is a claim type an image supports; connect to how their Challenge A writeup should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Assign deadlines and submission format. Remind: record/cluster/offset citations, hashed exports, and no spoilers on B or C - including how big the deleted file is or which record 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LAB 06  ·  COMPANION DECK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Dive:</a:t>
            </a:r>
            <a:endParaRPr lang="en-US" sz="4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$MFT, Deleted Files &amp; Timestamps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upstream USB image, solved together — the two new challenges stay yours.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Lab-6  ·  companion to the Lab 06 lecture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7465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an AD1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20939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upstream image contains, and how to walk it in FTK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679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$MFT in depth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30266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layout, attribute types, parent refs, record numbers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6118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MFTECmd workflows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959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MFT to CSV, boot parsing, zone-identifier exports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5445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Timestomping detection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vs FN comparison - the two-clock method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54772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case + your turn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5568" y="58247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five upstream answers, then Challenges B and C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lives inside Image.ad1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FTK: Add Evidence Item &gt; Image File &gt; Image.ad1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of the imaged USB drive: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note.txt          33 B   (Q1, Q2)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meme.jpeg      49,160 B   (Q4 - has an ADS!)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$MFT  $MFTMirr  $LogFile  $Boot   (Q2, Q3, Q5)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$Txf, $TxfLog, System Volume Information, ...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what you need; the metadata files are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path to every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discipline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right-click &gt; Export Files for each artifact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 every export immediately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$MFT export feeds MFTECmd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$Boot export answers Q5 raw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$MFT record - the hex that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  46 49 4C 45 30 ...      'FILE0' magic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0016  01 00                  flags: 01=in-use 02=dir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0018  00 04 00 00            record size 1024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0038  30 00 00 00            attribute: 0x30 $FILE_NAME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+0x00 parent record ref (6 bytes + seq)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+0x40 name length; +0x42 UTF-16 name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....  80 00 00 00            attribute: 0x80 $DATA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record number = offset / 1024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recipe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magic FILE0 at record start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attributes: 0x10, 0x30, 0x80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FN parent ref rebuilds the tree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resident 0x80 = content in-record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MFTECmd - the metadata factory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MFTECmd.exe -f "$MFT" --csv . --csvf mft.csv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one row per record: rec#, name, parent, SI+FN times, size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MFTECmd.exe -f "$Boot" --csv . --csvf boot.csv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volume serial, geometry, OEM name (Q5)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a file's record: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Import-Csv mft.csv | ? Name -eq 'note.txt'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EntryNumber : 40      ParentEntry : 5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two-clock method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054096"/>
                <a:gridCol w="3886200"/>
                <a:gridCol w="28254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Clock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Attribute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writes it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Fakable?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Clock 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$STANDARD_INFORMATION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user-space APIs (what Explorer shows)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trivially (SetFileTime)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Clock 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$FILE_NAME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NTFS kernel, inside the parent dir record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needs raw MFT edits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Method: </a:t>
            </a:r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every interesting file, put SI and FN times side by side. Agreement = boring. Wild disagreement = timestomping until proven otherwise. Also compare against $LogFile and neighboring files - a '2019' file in a folder created in 2026 is a story.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(1 OF 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Hashes, record numbers, and $Txf's parent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Q1: FTK Properties pane on note.txt (33 bytes):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MD5  : c91e969e9184267c35ddc3ff45f795d3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SHA1 : c61dce75ba83f186471297e2e0568ddd0cefe022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Q2: MFTECmd on $MFT -&gt; note.txt record number = 40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(parent record 5 = the root; records 0-11 are the NTFS system files)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Q3: $Txf record 31 -&gt; parent ref 27 -&gt; record 27 is...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$RmMetadata (itself under $Extend, under root)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(2 OF 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tweet's origin and the boot serial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Q4: meme.jpeg has an ADS in FTK's tree: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meme.jpeg:Zone.Identifier  -&gt;  Export Files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HostUrl: https://pbs.twimg.com/media/FadAHVAUUAAVp2Q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?format=jpg&amp;name=small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Q5: $Boot export -&gt; serial at offset 0x48 (8 bytes):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7F 7A 42 44 B7 42 44 F6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(report as hex string 7F7A4244B74244F6; boot also carries geometry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512 B/sector, 8 sectors/cluster - the volume's birth certificate)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 SOON ·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FAT deleted-file recovery - the generic recipe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open the raw image (Add Evidence Item &gt; Raw)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walk to the root folder - spot the 0xE5 name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4E 45 57 7E 31 54 58 54   normal entry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 45 57 7E 31 54 58 54   deleted (first byte E5)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first-cluster field is zeroed -&gt; old cluster gone?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not necessarily: size survives, and content often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sits in the data area untouched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preview/carve clusters until the size matches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deletion clears the FAT chain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not the data clusters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files stay contiguous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field points you to the end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 SOON ·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a mini $MFT - the generic recipe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C:\Tools&gt;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16 records, 1024 bytes each: number = offset/1024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 record, extract: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flags        01 file / 03 directory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FN name + parent ref  -&gt; rebuild the tree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 times vs FN times  -&gt; compare years!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resident $DATA        -&gt; read the content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file's two clocks will disagree badly;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its resident data tells you why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MFTECmd works on raw MFT dumps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analyzeMFT (python) as well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 hex editor + the layout card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record numbers as citations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mistakes, proven habits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945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Mistake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Habit instead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Trusting Explorer-style timestamps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 SI and FN - two clocks catch liars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Ignoring the system files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$MFT/$Boot/$LogFile ARE the evidence, not clutter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Exporting without hashing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export gets hashed and logged immediately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Stopping at the visible tree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ADS children and deleted entries everywhere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Reporting tools without verification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hex-verify the bytes a parser reports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disk image hands the investigator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432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Artifact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Question it answers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hashes (FTK properties)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identity and integrity of any file in the image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$MFT record + parent chain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exists, where, and what was deleted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Zone.Identifier ADS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a file was downloaded from, originally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$Boot serial + geometry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which physical volume this image came from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 vs FN timestamps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whether times were forged - and how badly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Unallocated / slack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fragments of files no directory remembers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fresh images. Same discipline.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2267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4.2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651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suspect_card.dd: a shipping office's USB stick as a raw FAT16 image. One root entry begins with 0xE5 and its FAT chain is gone - but the bytes are still in the data area. Recover the deleted plan and take its flag.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35021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4.3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3886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mini_mft.bin: sixteen crafted $MFT records. Rebuild the directory tree from parent refs, compare the two clocks on every file, find the record whose times disagree - and read its resident data.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47365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5120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first; staged hints in section 4; cite record numbers, clusters, and offsets; hash every export.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06 Deep Dive - MFT, Deleted Files and Timestamp Workflows</dc:title>
  <dc:subject>PptxGenJS Presentation</dc:subject>
  <dc:creator>Stefanus Eko Prasetyo</dc:creator>
  <cp:lastModifiedBy>Stefanus Eko Prasetyo</cp:lastModifiedBy>
  <cp:revision>1</cp:revision>
  <dcterms:created xsi:type="dcterms:W3CDTF">2026-09-28T13:34:32Z</dcterms:created>
  <dcterms:modified xsi:type="dcterms:W3CDTF">2026-09-28T13:34:32Z</dcterms:modified>
</cp:coreProperties>
</file>